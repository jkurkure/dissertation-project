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1" d="100"/>
          <a:sy n="51" d="100"/>
        </p:scale>
        <p:origin x="19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65156D-E1AD-403E-9433-AAAD24119E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9E5943A-5DF5-4D9D-B8DB-F3D264FFB7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Browse Corpus</a:t>
          </a:r>
        </a:p>
      </dgm:t>
    </dgm:pt>
    <dgm:pt modelId="{C224EDB4-9ABC-4D4F-9E02-DA77F4E89DA3}" type="parTrans" cxnId="{599FDB22-6905-4E9D-94AB-ED0AD9F73517}">
      <dgm:prSet/>
      <dgm:spPr/>
      <dgm:t>
        <a:bodyPr/>
        <a:lstStyle/>
        <a:p>
          <a:endParaRPr lang="en-US"/>
        </a:p>
      </dgm:t>
    </dgm:pt>
    <dgm:pt modelId="{93198416-8F8C-40E1-B1BE-D65E647C97D6}" type="sibTrans" cxnId="{599FDB22-6905-4E9D-94AB-ED0AD9F73517}">
      <dgm:prSet/>
      <dgm:spPr/>
      <dgm:t>
        <a:bodyPr/>
        <a:lstStyle/>
        <a:p>
          <a:endParaRPr lang="en-US"/>
        </a:p>
      </dgm:t>
    </dgm:pt>
    <dgm:pt modelId="{669DF7DD-19F6-4887-9244-3A65EA4F78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Adaptability</a:t>
          </a:r>
        </a:p>
      </dgm:t>
    </dgm:pt>
    <dgm:pt modelId="{F0C4951A-EACA-4D2F-8CEA-C75E0A82ED8A}" type="parTrans" cxnId="{8BB00D6E-75D0-4E99-B3C2-26B5DEE1CFAA}">
      <dgm:prSet/>
      <dgm:spPr/>
      <dgm:t>
        <a:bodyPr/>
        <a:lstStyle/>
        <a:p>
          <a:endParaRPr lang="en-US"/>
        </a:p>
      </dgm:t>
    </dgm:pt>
    <dgm:pt modelId="{7F47DBEB-AB79-4DB5-85BF-667505CFA2FC}" type="sibTrans" cxnId="{8BB00D6E-75D0-4E99-B3C2-26B5DEE1CFAA}">
      <dgm:prSet/>
      <dgm:spPr/>
      <dgm:t>
        <a:bodyPr/>
        <a:lstStyle/>
        <a:p>
          <a:endParaRPr lang="en-US"/>
        </a:p>
      </dgm:t>
    </dgm:pt>
    <dgm:pt modelId="{8A796719-1147-4B5F-9C30-39C729C802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Alignment</a:t>
          </a:r>
        </a:p>
      </dgm:t>
    </dgm:pt>
    <dgm:pt modelId="{CFBF1487-3F03-42C3-B907-528E844DBED2}" type="parTrans" cxnId="{946B6B90-ED8C-4FA3-8062-1FE20B03942B}">
      <dgm:prSet/>
      <dgm:spPr/>
      <dgm:t>
        <a:bodyPr/>
        <a:lstStyle/>
        <a:p>
          <a:endParaRPr lang="en-US"/>
        </a:p>
      </dgm:t>
    </dgm:pt>
    <dgm:pt modelId="{F0E29A01-ED27-4E08-AFEF-8AF28AB1DABB}" type="sibTrans" cxnId="{946B6B90-ED8C-4FA3-8062-1FE20B03942B}">
      <dgm:prSet/>
      <dgm:spPr/>
      <dgm:t>
        <a:bodyPr/>
        <a:lstStyle/>
        <a:p>
          <a:endParaRPr lang="en-US"/>
        </a:p>
      </dgm:t>
    </dgm:pt>
    <dgm:pt modelId="{B2DA22A2-52C8-48B5-9646-297199513B14}" type="pres">
      <dgm:prSet presAssocID="{8565156D-E1AD-403E-9433-AAAD24119E21}" presName="root" presStyleCnt="0">
        <dgm:presLayoutVars>
          <dgm:dir/>
          <dgm:resizeHandles val="exact"/>
        </dgm:presLayoutVars>
      </dgm:prSet>
      <dgm:spPr/>
    </dgm:pt>
    <dgm:pt modelId="{DD18B2E3-FC61-42FD-B9C3-D3EFE32AA65A}" type="pres">
      <dgm:prSet presAssocID="{D9E5943A-5DF5-4D9D-B8DB-F3D264FFB7CC}" presName="compNode" presStyleCnt="0"/>
      <dgm:spPr/>
    </dgm:pt>
    <dgm:pt modelId="{3818BA89-8F9E-49AD-A60B-CBF4A039EAA8}" type="pres">
      <dgm:prSet presAssocID="{D9E5943A-5DF5-4D9D-B8DB-F3D264FFB7CC}" presName="bgRect" presStyleLbl="bgShp" presStyleIdx="0" presStyleCnt="3"/>
      <dgm:spPr/>
    </dgm:pt>
    <dgm:pt modelId="{D5ED0504-0AE5-406B-BA30-EB73F8BD22A1}" type="pres">
      <dgm:prSet presAssocID="{D9E5943A-5DF5-4D9D-B8DB-F3D264FFB7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DCF441B-A870-49EF-88FD-C2FC08194F53}" type="pres">
      <dgm:prSet presAssocID="{D9E5943A-5DF5-4D9D-B8DB-F3D264FFB7CC}" presName="spaceRect" presStyleCnt="0"/>
      <dgm:spPr/>
    </dgm:pt>
    <dgm:pt modelId="{30AF1EF0-15FF-41EC-85B9-61A080669F9C}" type="pres">
      <dgm:prSet presAssocID="{D9E5943A-5DF5-4D9D-B8DB-F3D264FFB7CC}" presName="parTx" presStyleLbl="revTx" presStyleIdx="0" presStyleCnt="3">
        <dgm:presLayoutVars>
          <dgm:chMax val="0"/>
          <dgm:chPref val="0"/>
        </dgm:presLayoutVars>
      </dgm:prSet>
      <dgm:spPr/>
    </dgm:pt>
    <dgm:pt modelId="{3EDD9F6C-92E5-452C-9ADE-6CF8C4E74EA3}" type="pres">
      <dgm:prSet presAssocID="{93198416-8F8C-40E1-B1BE-D65E647C97D6}" presName="sibTrans" presStyleCnt="0"/>
      <dgm:spPr/>
    </dgm:pt>
    <dgm:pt modelId="{D526C4CC-56DD-4848-88C9-66C3A35E97BA}" type="pres">
      <dgm:prSet presAssocID="{669DF7DD-19F6-4887-9244-3A65EA4F7826}" presName="compNode" presStyleCnt="0"/>
      <dgm:spPr/>
    </dgm:pt>
    <dgm:pt modelId="{9E40790C-2F02-4925-94C3-DDA6D7DEB5BF}" type="pres">
      <dgm:prSet presAssocID="{669DF7DD-19F6-4887-9244-3A65EA4F7826}" presName="bgRect" presStyleLbl="bgShp" presStyleIdx="1" presStyleCnt="3"/>
      <dgm:spPr/>
    </dgm:pt>
    <dgm:pt modelId="{045CE576-144C-48DF-99B8-C4E0916D2ED9}" type="pres">
      <dgm:prSet presAssocID="{669DF7DD-19F6-4887-9244-3A65EA4F782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 with solid fill"/>
        </a:ext>
      </dgm:extLst>
    </dgm:pt>
    <dgm:pt modelId="{6F3CC05F-03E5-46C2-80B2-7140231D3A0F}" type="pres">
      <dgm:prSet presAssocID="{669DF7DD-19F6-4887-9244-3A65EA4F7826}" presName="spaceRect" presStyleCnt="0"/>
      <dgm:spPr/>
    </dgm:pt>
    <dgm:pt modelId="{C4D3D43D-3F78-40A4-A446-95CF603CD49B}" type="pres">
      <dgm:prSet presAssocID="{669DF7DD-19F6-4887-9244-3A65EA4F7826}" presName="parTx" presStyleLbl="revTx" presStyleIdx="1" presStyleCnt="3">
        <dgm:presLayoutVars>
          <dgm:chMax val="0"/>
          <dgm:chPref val="0"/>
        </dgm:presLayoutVars>
      </dgm:prSet>
      <dgm:spPr/>
    </dgm:pt>
    <dgm:pt modelId="{F823CCA8-84B5-4245-B667-6E1B8052851F}" type="pres">
      <dgm:prSet presAssocID="{7F47DBEB-AB79-4DB5-85BF-667505CFA2FC}" presName="sibTrans" presStyleCnt="0"/>
      <dgm:spPr/>
    </dgm:pt>
    <dgm:pt modelId="{32BCF145-323B-442A-944D-8F881E03A459}" type="pres">
      <dgm:prSet presAssocID="{8A796719-1147-4B5F-9C30-39C729C802B5}" presName="compNode" presStyleCnt="0"/>
      <dgm:spPr/>
    </dgm:pt>
    <dgm:pt modelId="{1D56E242-4803-4152-B5FB-228C5EE8582A}" type="pres">
      <dgm:prSet presAssocID="{8A796719-1147-4B5F-9C30-39C729C802B5}" presName="bgRect" presStyleLbl="bgShp" presStyleIdx="2" presStyleCnt="3"/>
      <dgm:spPr/>
    </dgm:pt>
    <dgm:pt modelId="{5625BEA1-86B8-4124-99C0-3F0E88E57978}" type="pres">
      <dgm:prSet presAssocID="{8A796719-1147-4B5F-9C30-39C729C802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terations &amp; Tailoring with solid fill"/>
        </a:ext>
      </dgm:extLst>
    </dgm:pt>
    <dgm:pt modelId="{7E8DFD3B-EC9D-455A-8CEC-6848E289CCCA}" type="pres">
      <dgm:prSet presAssocID="{8A796719-1147-4B5F-9C30-39C729C802B5}" presName="spaceRect" presStyleCnt="0"/>
      <dgm:spPr/>
    </dgm:pt>
    <dgm:pt modelId="{021D9757-8F90-4A20-99A4-DF238E1A28FD}" type="pres">
      <dgm:prSet presAssocID="{8A796719-1147-4B5F-9C30-39C729C802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D075418-710C-4A46-8413-F65FC5B0B7B8}" type="presOf" srcId="{8A796719-1147-4B5F-9C30-39C729C802B5}" destId="{021D9757-8F90-4A20-99A4-DF238E1A28FD}" srcOrd="0" destOrd="0" presId="urn:microsoft.com/office/officeart/2018/2/layout/IconVerticalSolidList"/>
    <dgm:cxn modelId="{599FDB22-6905-4E9D-94AB-ED0AD9F73517}" srcId="{8565156D-E1AD-403E-9433-AAAD24119E21}" destId="{D9E5943A-5DF5-4D9D-B8DB-F3D264FFB7CC}" srcOrd="0" destOrd="0" parTransId="{C224EDB4-9ABC-4D4F-9E02-DA77F4E89DA3}" sibTransId="{93198416-8F8C-40E1-B1BE-D65E647C97D6}"/>
    <dgm:cxn modelId="{E18D0B66-BE27-4E6C-9B37-3F22BD3CEB37}" type="presOf" srcId="{D9E5943A-5DF5-4D9D-B8DB-F3D264FFB7CC}" destId="{30AF1EF0-15FF-41EC-85B9-61A080669F9C}" srcOrd="0" destOrd="0" presId="urn:microsoft.com/office/officeart/2018/2/layout/IconVerticalSolidList"/>
    <dgm:cxn modelId="{8BB00D6E-75D0-4E99-B3C2-26B5DEE1CFAA}" srcId="{8565156D-E1AD-403E-9433-AAAD24119E21}" destId="{669DF7DD-19F6-4887-9244-3A65EA4F7826}" srcOrd="1" destOrd="0" parTransId="{F0C4951A-EACA-4D2F-8CEA-C75E0A82ED8A}" sibTransId="{7F47DBEB-AB79-4DB5-85BF-667505CFA2FC}"/>
    <dgm:cxn modelId="{946B6B90-ED8C-4FA3-8062-1FE20B03942B}" srcId="{8565156D-E1AD-403E-9433-AAAD24119E21}" destId="{8A796719-1147-4B5F-9C30-39C729C802B5}" srcOrd="2" destOrd="0" parTransId="{CFBF1487-3F03-42C3-B907-528E844DBED2}" sibTransId="{F0E29A01-ED27-4E08-AFEF-8AF28AB1DABB}"/>
    <dgm:cxn modelId="{73AE05EA-FF4F-48C7-A4E7-A781EC3F64C7}" type="presOf" srcId="{669DF7DD-19F6-4887-9244-3A65EA4F7826}" destId="{C4D3D43D-3F78-40A4-A446-95CF603CD49B}" srcOrd="0" destOrd="0" presId="urn:microsoft.com/office/officeart/2018/2/layout/IconVerticalSolidList"/>
    <dgm:cxn modelId="{48AAA9FE-3AFC-4E3D-B7C1-9466CE2FB959}" type="presOf" srcId="{8565156D-E1AD-403E-9433-AAAD24119E21}" destId="{B2DA22A2-52C8-48B5-9646-297199513B14}" srcOrd="0" destOrd="0" presId="urn:microsoft.com/office/officeart/2018/2/layout/IconVerticalSolidList"/>
    <dgm:cxn modelId="{75A33CF7-FEEE-4DBF-934A-B241773E1A92}" type="presParOf" srcId="{B2DA22A2-52C8-48B5-9646-297199513B14}" destId="{DD18B2E3-FC61-42FD-B9C3-D3EFE32AA65A}" srcOrd="0" destOrd="0" presId="urn:microsoft.com/office/officeart/2018/2/layout/IconVerticalSolidList"/>
    <dgm:cxn modelId="{139440E5-1239-4BE7-B859-560D9069D3EE}" type="presParOf" srcId="{DD18B2E3-FC61-42FD-B9C3-D3EFE32AA65A}" destId="{3818BA89-8F9E-49AD-A60B-CBF4A039EAA8}" srcOrd="0" destOrd="0" presId="urn:microsoft.com/office/officeart/2018/2/layout/IconVerticalSolidList"/>
    <dgm:cxn modelId="{26A904A4-5216-44B0-ACF6-23318F697CED}" type="presParOf" srcId="{DD18B2E3-FC61-42FD-B9C3-D3EFE32AA65A}" destId="{D5ED0504-0AE5-406B-BA30-EB73F8BD22A1}" srcOrd="1" destOrd="0" presId="urn:microsoft.com/office/officeart/2018/2/layout/IconVerticalSolidList"/>
    <dgm:cxn modelId="{7EFD8E7A-A5DB-411A-9917-55D02558B8BC}" type="presParOf" srcId="{DD18B2E3-FC61-42FD-B9C3-D3EFE32AA65A}" destId="{5DCF441B-A870-49EF-88FD-C2FC08194F53}" srcOrd="2" destOrd="0" presId="urn:microsoft.com/office/officeart/2018/2/layout/IconVerticalSolidList"/>
    <dgm:cxn modelId="{2E6B1F73-989F-4180-9888-8B71E2DEBA92}" type="presParOf" srcId="{DD18B2E3-FC61-42FD-B9C3-D3EFE32AA65A}" destId="{30AF1EF0-15FF-41EC-85B9-61A080669F9C}" srcOrd="3" destOrd="0" presId="urn:microsoft.com/office/officeart/2018/2/layout/IconVerticalSolidList"/>
    <dgm:cxn modelId="{72FC60A8-748C-4AB9-A3C0-A6C9EF271B29}" type="presParOf" srcId="{B2DA22A2-52C8-48B5-9646-297199513B14}" destId="{3EDD9F6C-92E5-452C-9ADE-6CF8C4E74EA3}" srcOrd="1" destOrd="0" presId="urn:microsoft.com/office/officeart/2018/2/layout/IconVerticalSolidList"/>
    <dgm:cxn modelId="{49D72022-4394-4846-88C3-351CDF434288}" type="presParOf" srcId="{B2DA22A2-52C8-48B5-9646-297199513B14}" destId="{D526C4CC-56DD-4848-88C9-66C3A35E97BA}" srcOrd="2" destOrd="0" presId="urn:microsoft.com/office/officeart/2018/2/layout/IconVerticalSolidList"/>
    <dgm:cxn modelId="{9B4FB698-279C-4A74-B4E7-C2E271D5DEE8}" type="presParOf" srcId="{D526C4CC-56DD-4848-88C9-66C3A35E97BA}" destId="{9E40790C-2F02-4925-94C3-DDA6D7DEB5BF}" srcOrd="0" destOrd="0" presId="urn:microsoft.com/office/officeart/2018/2/layout/IconVerticalSolidList"/>
    <dgm:cxn modelId="{1BD26DA0-BA3E-4779-A819-80B7FB313ED1}" type="presParOf" srcId="{D526C4CC-56DD-4848-88C9-66C3A35E97BA}" destId="{045CE576-144C-48DF-99B8-C4E0916D2ED9}" srcOrd="1" destOrd="0" presId="urn:microsoft.com/office/officeart/2018/2/layout/IconVerticalSolidList"/>
    <dgm:cxn modelId="{4EDB2917-3739-49DC-ABDB-F6DCBEF892AC}" type="presParOf" srcId="{D526C4CC-56DD-4848-88C9-66C3A35E97BA}" destId="{6F3CC05F-03E5-46C2-80B2-7140231D3A0F}" srcOrd="2" destOrd="0" presId="urn:microsoft.com/office/officeart/2018/2/layout/IconVerticalSolidList"/>
    <dgm:cxn modelId="{A31F4CA0-0F9D-41AF-B618-DCD70AE05830}" type="presParOf" srcId="{D526C4CC-56DD-4848-88C9-66C3A35E97BA}" destId="{C4D3D43D-3F78-40A4-A446-95CF603CD49B}" srcOrd="3" destOrd="0" presId="urn:microsoft.com/office/officeart/2018/2/layout/IconVerticalSolidList"/>
    <dgm:cxn modelId="{3718818C-E4BA-44FB-9BEE-FAD419C7A942}" type="presParOf" srcId="{B2DA22A2-52C8-48B5-9646-297199513B14}" destId="{F823CCA8-84B5-4245-B667-6E1B8052851F}" srcOrd="3" destOrd="0" presId="urn:microsoft.com/office/officeart/2018/2/layout/IconVerticalSolidList"/>
    <dgm:cxn modelId="{35C45E2C-C668-47A1-9132-43D52CCF9B4A}" type="presParOf" srcId="{B2DA22A2-52C8-48B5-9646-297199513B14}" destId="{32BCF145-323B-442A-944D-8F881E03A459}" srcOrd="4" destOrd="0" presId="urn:microsoft.com/office/officeart/2018/2/layout/IconVerticalSolidList"/>
    <dgm:cxn modelId="{B5247036-F9B4-49BD-A992-FE5D17A50232}" type="presParOf" srcId="{32BCF145-323B-442A-944D-8F881E03A459}" destId="{1D56E242-4803-4152-B5FB-228C5EE8582A}" srcOrd="0" destOrd="0" presId="urn:microsoft.com/office/officeart/2018/2/layout/IconVerticalSolidList"/>
    <dgm:cxn modelId="{015D15F7-19AB-49D8-B0CA-1A3B46F9BB8E}" type="presParOf" srcId="{32BCF145-323B-442A-944D-8F881E03A459}" destId="{5625BEA1-86B8-4124-99C0-3F0E88E57978}" srcOrd="1" destOrd="0" presId="urn:microsoft.com/office/officeart/2018/2/layout/IconVerticalSolidList"/>
    <dgm:cxn modelId="{8342819F-677A-4350-9271-580155F41F42}" type="presParOf" srcId="{32BCF145-323B-442A-944D-8F881E03A459}" destId="{7E8DFD3B-EC9D-455A-8CEC-6848E289CCCA}" srcOrd="2" destOrd="0" presId="urn:microsoft.com/office/officeart/2018/2/layout/IconVerticalSolidList"/>
    <dgm:cxn modelId="{6CD52833-19A5-464A-A185-0300171C2B76}" type="presParOf" srcId="{32BCF145-323B-442A-944D-8F881E03A459}" destId="{021D9757-8F90-4A20-99A4-DF238E1A28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0DC3DA-02CA-4C20-8528-0B50AA83CFAB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DB9EA7D-F5D3-44FE-B938-FED8962461A0}">
      <dgm:prSet/>
      <dgm:spPr/>
      <dgm:t>
        <a:bodyPr/>
        <a:lstStyle/>
        <a:p>
          <a:r>
            <a:rPr lang="en-US"/>
            <a:t>Editing</a:t>
          </a:r>
        </a:p>
      </dgm:t>
    </dgm:pt>
    <dgm:pt modelId="{074FB4DB-50F2-49CF-8014-9EC13F88053F}" type="parTrans" cxnId="{9FB87582-9E11-4D84-8115-22A859806137}">
      <dgm:prSet/>
      <dgm:spPr/>
      <dgm:t>
        <a:bodyPr/>
        <a:lstStyle/>
        <a:p>
          <a:endParaRPr lang="en-US"/>
        </a:p>
      </dgm:t>
    </dgm:pt>
    <dgm:pt modelId="{DB663A64-B995-40C6-BA0D-F36D48420DCC}" type="sibTrans" cxnId="{9FB87582-9E11-4D84-8115-22A859806137}">
      <dgm:prSet/>
      <dgm:spPr/>
      <dgm:t>
        <a:bodyPr/>
        <a:lstStyle/>
        <a:p>
          <a:endParaRPr lang="en-US"/>
        </a:p>
      </dgm:t>
    </dgm:pt>
    <dgm:pt modelId="{6D7D1E3F-02E0-4A96-B02F-892FA8B973BC}">
      <dgm:prSet/>
      <dgm:spPr/>
      <dgm:t>
        <a:bodyPr/>
        <a:lstStyle/>
        <a:p>
          <a:r>
            <a:rPr lang="en-US"/>
            <a:t>Orthographic Tiers</a:t>
          </a:r>
        </a:p>
      </dgm:t>
    </dgm:pt>
    <dgm:pt modelId="{9E49BD5B-3A65-48FC-ADF2-35DB6A619F5A}" type="parTrans" cxnId="{DBB2001D-084F-4269-9E62-6D0286D0AAE3}">
      <dgm:prSet/>
      <dgm:spPr/>
      <dgm:t>
        <a:bodyPr/>
        <a:lstStyle/>
        <a:p>
          <a:endParaRPr lang="en-US"/>
        </a:p>
      </dgm:t>
    </dgm:pt>
    <dgm:pt modelId="{62AF7D4A-34E3-4D3C-96FE-300977A65A64}" type="sibTrans" cxnId="{DBB2001D-084F-4269-9E62-6D0286D0AAE3}">
      <dgm:prSet/>
      <dgm:spPr/>
      <dgm:t>
        <a:bodyPr/>
        <a:lstStyle/>
        <a:p>
          <a:endParaRPr lang="en-US"/>
        </a:p>
      </dgm:t>
    </dgm:pt>
    <dgm:pt modelId="{1C607881-CE64-44EF-AAB1-544FD337996D}">
      <dgm:prSet/>
      <dgm:spPr/>
      <dgm:t>
        <a:bodyPr/>
        <a:lstStyle/>
        <a:p>
          <a:r>
            <a:rPr lang="en-US"/>
            <a:t>Include extra info</a:t>
          </a:r>
        </a:p>
      </dgm:t>
    </dgm:pt>
    <dgm:pt modelId="{9B1796EE-852B-4EE6-99B1-F40B2D02C505}" type="parTrans" cxnId="{21DDD8B4-298D-4BD4-8D76-11D36BFD50D2}">
      <dgm:prSet/>
      <dgm:spPr/>
      <dgm:t>
        <a:bodyPr/>
        <a:lstStyle/>
        <a:p>
          <a:endParaRPr lang="en-US"/>
        </a:p>
      </dgm:t>
    </dgm:pt>
    <dgm:pt modelId="{76F108ED-AC45-49EA-A30C-7FFE6D13A9F4}" type="sibTrans" cxnId="{21DDD8B4-298D-4BD4-8D76-11D36BFD50D2}">
      <dgm:prSet/>
      <dgm:spPr/>
      <dgm:t>
        <a:bodyPr/>
        <a:lstStyle/>
        <a:p>
          <a:endParaRPr lang="en-US"/>
        </a:p>
      </dgm:t>
    </dgm:pt>
    <dgm:pt modelId="{0F68E451-830F-43C4-8C77-0ADE0828C1EA}">
      <dgm:prSet/>
      <dgm:spPr/>
      <dgm:t>
        <a:bodyPr/>
        <a:lstStyle/>
        <a:p>
          <a:r>
            <a:rPr lang="en-US"/>
            <a:t>Precedence alignment</a:t>
          </a:r>
        </a:p>
      </dgm:t>
    </dgm:pt>
    <dgm:pt modelId="{3411089F-2169-49BF-8541-F057B63516D7}" type="parTrans" cxnId="{03C5A1BF-8C38-4930-8BB5-F28A6A4D79CB}">
      <dgm:prSet/>
      <dgm:spPr/>
      <dgm:t>
        <a:bodyPr/>
        <a:lstStyle/>
        <a:p>
          <a:endParaRPr lang="en-US"/>
        </a:p>
      </dgm:t>
    </dgm:pt>
    <dgm:pt modelId="{30535C5D-53A3-4291-B632-369B7FC51B30}" type="sibTrans" cxnId="{03C5A1BF-8C38-4930-8BB5-F28A6A4D79CB}">
      <dgm:prSet/>
      <dgm:spPr/>
      <dgm:t>
        <a:bodyPr/>
        <a:lstStyle/>
        <a:p>
          <a:endParaRPr lang="en-US"/>
        </a:p>
      </dgm:t>
    </dgm:pt>
    <dgm:pt modelId="{9F33C66B-1FCF-4691-A57A-1B070A8DDA98}">
      <dgm:prSet/>
      <dgm:spPr/>
      <dgm:t>
        <a:bodyPr/>
        <a:lstStyle/>
        <a:p>
          <a:r>
            <a:rPr lang="en-US"/>
            <a:t>Image Inserts</a:t>
          </a:r>
        </a:p>
      </dgm:t>
    </dgm:pt>
    <dgm:pt modelId="{BDED5FC5-8A01-4D48-BF22-CD711620EB01}" type="parTrans" cxnId="{33417FDF-8238-4258-AE19-50B174A7152F}">
      <dgm:prSet/>
      <dgm:spPr/>
      <dgm:t>
        <a:bodyPr/>
        <a:lstStyle/>
        <a:p>
          <a:endParaRPr lang="en-US"/>
        </a:p>
      </dgm:t>
    </dgm:pt>
    <dgm:pt modelId="{895D3556-CDFD-402D-B1B6-A6351C7B35A9}" type="sibTrans" cxnId="{33417FDF-8238-4258-AE19-50B174A7152F}">
      <dgm:prSet/>
      <dgm:spPr/>
      <dgm:t>
        <a:bodyPr/>
        <a:lstStyle/>
        <a:p>
          <a:endParaRPr lang="en-US"/>
        </a:p>
      </dgm:t>
    </dgm:pt>
    <dgm:pt modelId="{9267CEF3-353F-4691-AFE6-8D7EE589EAB2}" type="pres">
      <dgm:prSet presAssocID="{780DC3DA-02CA-4C20-8528-0B50AA83CFAB}" presName="Name0" presStyleCnt="0">
        <dgm:presLayoutVars>
          <dgm:dir/>
          <dgm:animLvl val="lvl"/>
          <dgm:resizeHandles val="exact"/>
        </dgm:presLayoutVars>
      </dgm:prSet>
      <dgm:spPr/>
    </dgm:pt>
    <dgm:pt modelId="{54749314-A254-4D0E-95A6-3A5B28820D18}" type="pres">
      <dgm:prSet presAssocID="{FDB9EA7D-F5D3-44FE-B938-FED8962461A0}" presName="composite" presStyleCnt="0"/>
      <dgm:spPr/>
    </dgm:pt>
    <dgm:pt modelId="{6B099013-895F-4593-90F0-E2231365A1FC}" type="pres">
      <dgm:prSet presAssocID="{FDB9EA7D-F5D3-44FE-B938-FED8962461A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1A7F07C-6E80-4A9D-A6A1-0E3E59581C5B}" type="pres">
      <dgm:prSet presAssocID="{FDB9EA7D-F5D3-44FE-B938-FED8962461A0}" presName="desTx" presStyleLbl="alignAccFollowNode1" presStyleIdx="0" presStyleCnt="3">
        <dgm:presLayoutVars>
          <dgm:bulletEnabled val="1"/>
        </dgm:presLayoutVars>
      </dgm:prSet>
      <dgm:spPr/>
    </dgm:pt>
    <dgm:pt modelId="{75A4F8F7-5AE6-4D25-AD54-7530FD7D3E55}" type="pres">
      <dgm:prSet presAssocID="{DB663A64-B995-40C6-BA0D-F36D48420DCC}" presName="space" presStyleCnt="0"/>
      <dgm:spPr/>
    </dgm:pt>
    <dgm:pt modelId="{1AA2769D-2344-49E8-AA71-B0DF000DA643}" type="pres">
      <dgm:prSet presAssocID="{6D7D1E3F-02E0-4A96-B02F-892FA8B973BC}" presName="composite" presStyleCnt="0"/>
      <dgm:spPr/>
    </dgm:pt>
    <dgm:pt modelId="{A4093B06-2BBD-46B3-B8CF-76114F2DC0D2}" type="pres">
      <dgm:prSet presAssocID="{6D7D1E3F-02E0-4A96-B02F-892FA8B973B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FFC4802-FFFE-4864-8F5B-522000CD5970}" type="pres">
      <dgm:prSet presAssocID="{6D7D1E3F-02E0-4A96-B02F-892FA8B973BC}" presName="desTx" presStyleLbl="alignAccFollowNode1" presStyleIdx="1" presStyleCnt="3">
        <dgm:presLayoutVars>
          <dgm:bulletEnabled val="1"/>
        </dgm:presLayoutVars>
      </dgm:prSet>
      <dgm:spPr/>
    </dgm:pt>
    <dgm:pt modelId="{FC73BA30-7BA7-432B-A61D-CFD56F9C4E06}" type="pres">
      <dgm:prSet presAssocID="{62AF7D4A-34E3-4D3C-96FE-300977A65A64}" presName="space" presStyleCnt="0"/>
      <dgm:spPr/>
    </dgm:pt>
    <dgm:pt modelId="{C5EF3983-D0C1-4C13-B7EC-5DE263BDA7EC}" type="pres">
      <dgm:prSet presAssocID="{1C607881-CE64-44EF-AAB1-544FD337996D}" presName="composite" presStyleCnt="0"/>
      <dgm:spPr/>
    </dgm:pt>
    <dgm:pt modelId="{99486428-BEFB-47CF-9176-0DD02545B307}" type="pres">
      <dgm:prSet presAssocID="{1C607881-CE64-44EF-AAB1-544FD337996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29F487C-787F-4B81-AB6F-350CED20445D}" type="pres">
      <dgm:prSet presAssocID="{1C607881-CE64-44EF-AAB1-544FD337996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BB2001D-084F-4269-9E62-6D0286D0AAE3}" srcId="{780DC3DA-02CA-4C20-8528-0B50AA83CFAB}" destId="{6D7D1E3F-02E0-4A96-B02F-892FA8B973BC}" srcOrd="1" destOrd="0" parTransId="{9E49BD5B-3A65-48FC-ADF2-35DB6A619F5A}" sibTransId="{62AF7D4A-34E3-4D3C-96FE-300977A65A64}"/>
    <dgm:cxn modelId="{9A34CF1F-537B-4608-A04A-655B759EFCD2}" type="presOf" srcId="{780DC3DA-02CA-4C20-8528-0B50AA83CFAB}" destId="{9267CEF3-353F-4691-AFE6-8D7EE589EAB2}" srcOrd="0" destOrd="0" presId="urn:microsoft.com/office/officeart/2005/8/layout/hList1"/>
    <dgm:cxn modelId="{C8D27060-91F4-43F6-91D5-47B9736F85C2}" type="presOf" srcId="{0F68E451-830F-43C4-8C77-0ADE0828C1EA}" destId="{529F487C-787F-4B81-AB6F-350CED20445D}" srcOrd="0" destOrd="0" presId="urn:microsoft.com/office/officeart/2005/8/layout/hList1"/>
    <dgm:cxn modelId="{E00BEC73-9C31-460A-8F42-153FCD3B1667}" type="presOf" srcId="{FDB9EA7D-F5D3-44FE-B938-FED8962461A0}" destId="{6B099013-895F-4593-90F0-E2231365A1FC}" srcOrd="0" destOrd="0" presId="urn:microsoft.com/office/officeart/2005/8/layout/hList1"/>
    <dgm:cxn modelId="{9FB87582-9E11-4D84-8115-22A859806137}" srcId="{780DC3DA-02CA-4C20-8528-0B50AA83CFAB}" destId="{FDB9EA7D-F5D3-44FE-B938-FED8962461A0}" srcOrd="0" destOrd="0" parTransId="{074FB4DB-50F2-49CF-8014-9EC13F88053F}" sibTransId="{DB663A64-B995-40C6-BA0D-F36D48420DCC}"/>
    <dgm:cxn modelId="{DFFD6A93-2A78-4148-B132-EE7968DDF7C5}" type="presOf" srcId="{9F33C66B-1FCF-4691-A57A-1B070A8DDA98}" destId="{529F487C-787F-4B81-AB6F-350CED20445D}" srcOrd="0" destOrd="1" presId="urn:microsoft.com/office/officeart/2005/8/layout/hList1"/>
    <dgm:cxn modelId="{21DDD8B4-298D-4BD4-8D76-11D36BFD50D2}" srcId="{780DC3DA-02CA-4C20-8528-0B50AA83CFAB}" destId="{1C607881-CE64-44EF-AAB1-544FD337996D}" srcOrd="2" destOrd="0" parTransId="{9B1796EE-852B-4EE6-99B1-F40B2D02C505}" sibTransId="{76F108ED-AC45-49EA-A30C-7FFE6D13A9F4}"/>
    <dgm:cxn modelId="{61CABFB6-C810-4D31-B296-842E507C9971}" type="presOf" srcId="{6D7D1E3F-02E0-4A96-B02F-892FA8B973BC}" destId="{A4093B06-2BBD-46B3-B8CF-76114F2DC0D2}" srcOrd="0" destOrd="0" presId="urn:microsoft.com/office/officeart/2005/8/layout/hList1"/>
    <dgm:cxn modelId="{03C5A1BF-8C38-4930-8BB5-F28A6A4D79CB}" srcId="{1C607881-CE64-44EF-AAB1-544FD337996D}" destId="{0F68E451-830F-43C4-8C77-0ADE0828C1EA}" srcOrd="0" destOrd="0" parTransId="{3411089F-2169-49BF-8541-F057B63516D7}" sibTransId="{30535C5D-53A3-4291-B632-369B7FC51B30}"/>
    <dgm:cxn modelId="{33417FDF-8238-4258-AE19-50B174A7152F}" srcId="{1C607881-CE64-44EF-AAB1-544FD337996D}" destId="{9F33C66B-1FCF-4691-A57A-1B070A8DDA98}" srcOrd="1" destOrd="0" parTransId="{BDED5FC5-8A01-4D48-BF22-CD711620EB01}" sibTransId="{895D3556-CDFD-402D-B1B6-A6351C7B35A9}"/>
    <dgm:cxn modelId="{5F372BF0-5ECE-43AA-AD28-071A581D4BD8}" type="presOf" srcId="{1C607881-CE64-44EF-AAB1-544FD337996D}" destId="{99486428-BEFB-47CF-9176-0DD02545B307}" srcOrd="0" destOrd="0" presId="urn:microsoft.com/office/officeart/2005/8/layout/hList1"/>
    <dgm:cxn modelId="{6BE56566-F517-48BA-987D-43FA15B4388E}" type="presParOf" srcId="{9267CEF3-353F-4691-AFE6-8D7EE589EAB2}" destId="{54749314-A254-4D0E-95A6-3A5B28820D18}" srcOrd="0" destOrd="0" presId="urn:microsoft.com/office/officeart/2005/8/layout/hList1"/>
    <dgm:cxn modelId="{AF92B0BA-3059-46FE-B85B-7F9578F65C49}" type="presParOf" srcId="{54749314-A254-4D0E-95A6-3A5B28820D18}" destId="{6B099013-895F-4593-90F0-E2231365A1FC}" srcOrd="0" destOrd="0" presId="urn:microsoft.com/office/officeart/2005/8/layout/hList1"/>
    <dgm:cxn modelId="{36B2E6BB-7147-4AB7-8AB6-F84C659B0105}" type="presParOf" srcId="{54749314-A254-4D0E-95A6-3A5B28820D18}" destId="{21A7F07C-6E80-4A9D-A6A1-0E3E59581C5B}" srcOrd="1" destOrd="0" presId="urn:microsoft.com/office/officeart/2005/8/layout/hList1"/>
    <dgm:cxn modelId="{C95D877E-FF9F-418A-9DFE-40F84D749FCD}" type="presParOf" srcId="{9267CEF3-353F-4691-AFE6-8D7EE589EAB2}" destId="{75A4F8F7-5AE6-4D25-AD54-7530FD7D3E55}" srcOrd="1" destOrd="0" presId="urn:microsoft.com/office/officeart/2005/8/layout/hList1"/>
    <dgm:cxn modelId="{C32B3544-0A5C-40B9-AF1F-BD29C51D8F54}" type="presParOf" srcId="{9267CEF3-353F-4691-AFE6-8D7EE589EAB2}" destId="{1AA2769D-2344-49E8-AA71-B0DF000DA643}" srcOrd="2" destOrd="0" presId="urn:microsoft.com/office/officeart/2005/8/layout/hList1"/>
    <dgm:cxn modelId="{2003DED3-C8FD-4D68-A785-C6EB4C9761FC}" type="presParOf" srcId="{1AA2769D-2344-49E8-AA71-B0DF000DA643}" destId="{A4093B06-2BBD-46B3-B8CF-76114F2DC0D2}" srcOrd="0" destOrd="0" presId="urn:microsoft.com/office/officeart/2005/8/layout/hList1"/>
    <dgm:cxn modelId="{9C855ED5-20FB-4F6D-9834-073C5CEE9133}" type="presParOf" srcId="{1AA2769D-2344-49E8-AA71-B0DF000DA643}" destId="{EFFC4802-FFFE-4864-8F5B-522000CD5970}" srcOrd="1" destOrd="0" presId="urn:microsoft.com/office/officeart/2005/8/layout/hList1"/>
    <dgm:cxn modelId="{F3D84272-E83E-45BB-BA48-986CBD917D97}" type="presParOf" srcId="{9267CEF3-353F-4691-AFE6-8D7EE589EAB2}" destId="{FC73BA30-7BA7-432B-A61D-CFD56F9C4E06}" srcOrd="3" destOrd="0" presId="urn:microsoft.com/office/officeart/2005/8/layout/hList1"/>
    <dgm:cxn modelId="{163ABB43-D0D0-46D4-9B8D-2A973C0C0078}" type="presParOf" srcId="{9267CEF3-353F-4691-AFE6-8D7EE589EAB2}" destId="{C5EF3983-D0C1-4C13-B7EC-5DE263BDA7EC}" srcOrd="4" destOrd="0" presId="urn:microsoft.com/office/officeart/2005/8/layout/hList1"/>
    <dgm:cxn modelId="{09662BD0-2CC8-4F59-8819-D11F4E604493}" type="presParOf" srcId="{C5EF3983-D0C1-4C13-B7EC-5DE263BDA7EC}" destId="{99486428-BEFB-47CF-9176-0DD02545B307}" srcOrd="0" destOrd="0" presId="urn:microsoft.com/office/officeart/2005/8/layout/hList1"/>
    <dgm:cxn modelId="{353A2A8D-986F-42D8-BB38-5857CE6A76C4}" type="presParOf" srcId="{C5EF3983-D0C1-4C13-B7EC-5DE263BDA7EC}" destId="{529F487C-787F-4B81-AB6F-350CED20445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8BA89-8F9E-49AD-A60B-CBF4A039EAA8}">
      <dsp:nvSpPr>
        <dsp:cNvPr id="0" name=""/>
        <dsp:cNvSpPr/>
      </dsp:nvSpPr>
      <dsp:spPr>
        <a:xfrm>
          <a:off x="0" y="708"/>
          <a:ext cx="5410200" cy="1657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D0504-0AE5-406B-BA30-EB73F8BD22A1}">
      <dsp:nvSpPr>
        <dsp:cNvPr id="0" name=""/>
        <dsp:cNvSpPr/>
      </dsp:nvSpPr>
      <dsp:spPr>
        <a:xfrm>
          <a:off x="501521" y="373740"/>
          <a:ext cx="911856" cy="9118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F1EF0-15FF-41EC-85B9-61A080669F9C}">
      <dsp:nvSpPr>
        <dsp:cNvPr id="0" name=""/>
        <dsp:cNvSpPr/>
      </dsp:nvSpPr>
      <dsp:spPr>
        <a:xfrm>
          <a:off x="1914898" y="708"/>
          <a:ext cx="3495301" cy="165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63" tIns="175463" rIns="175463" bIns="17546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Browse Corpus</a:t>
          </a:r>
        </a:p>
      </dsp:txBody>
      <dsp:txXfrm>
        <a:off x="1914898" y="708"/>
        <a:ext cx="3495301" cy="1657920"/>
      </dsp:txXfrm>
    </dsp:sp>
    <dsp:sp modelId="{9E40790C-2F02-4925-94C3-DDA6D7DEB5BF}">
      <dsp:nvSpPr>
        <dsp:cNvPr id="0" name=""/>
        <dsp:cNvSpPr/>
      </dsp:nvSpPr>
      <dsp:spPr>
        <a:xfrm>
          <a:off x="0" y="2073109"/>
          <a:ext cx="5410200" cy="1657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CE576-144C-48DF-99B8-C4E0916D2ED9}">
      <dsp:nvSpPr>
        <dsp:cNvPr id="0" name=""/>
        <dsp:cNvSpPr/>
      </dsp:nvSpPr>
      <dsp:spPr>
        <a:xfrm>
          <a:off x="501521" y="2446141"/>
          <a:ext cx="911856" cy="9118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3D43D-3F78-40A4-A446-95CF603CD49B}">
      <dsp:nvSpPr>
        <dsp:cNvPr id="0" name=""/>
        <dsp:cNvSpPr/>
      </dsp:nvSpPr>
      <dsp:spPr>
        <a:xfrm>
          <a:off x="1914898" y="2073109"/>
          <a:ext cx="3495301" cy="165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63" tIns="175463" rIns="175463" bIns="17546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Adaptability</a:t>
          </a:r>
        </a:p>
      </dsp:txBody>
      <dsp:txXfrm>
        <a:off x="1914898" y="2073109"/>
        <a:ext cx="3495301" cy="1657920"/>
      </dsp:txXfrm>
    </dsp:sp>
    <dsp:sp modelId="{1D56E242-4803-4152-B5FB-228C5EE8582A}">
      <dsp:nvSpPr>
        <dsp:cNvPr id="0" name=""/>
        <dsp:cNvSpPr/>
      </dsp:nvSpPr>
      <dsp:spPr>
        <a:xfrm>
          <a:off x="0" y="4145510"/>
          <a:ext cx="5410200" cy="16579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5BEA1-86B8-4124-99C0-3F0E88E57978}">
      <dsp:nvSpPr>
        <dsp:cNvPr id="0" name=""/>
        <dsp:cNvSpPr/>
      </dsp:nvSpPr>
      <dsp:spPr>
        <a:xfrm>
          <a:off x="501521" y="4518542"/>
          <a:ext cx="911856" cy="9118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D9757-8F90-4A20-99A4-DF238E1A28FD}">
      <dsp:nvSpPr>
        <dsp:cNvPr id="0" name=""/>
        <dsp:cNvSpPr/>
      </dsp:nvSpPr>
      <dsp:spPr>
        <a:xfrm>
          <a:off x="1914898" y="4145510"/>
          <a:ext cx="3495301" cy="165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63" tIns="175463" rIns="175463" bIns="17546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Alignment</a:t>
          </a:r>
        </a:p>
      </dsp:txBody>
      <dsp:txXfrm>
        <a:off x="1914898" y="4145510"/>
        <a:ext cx="3495301" cy="16579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99013-895F-4593-90F0-E2231365A1FC}">
      <dsp:nvSpPr>
        <dsp:cNvPr id="0" name=""/>
        <dsp:cNvSpPr/>
      </dsp:nvSpPr>
      <dsp:spPr>
        <a:xfrm>
          <a:off x="3148" y="296360"/>
          <a:ext cx="3069924" cy="109180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Editing</a:t>
          </a:r>
        </a:p>
      </dsp:txBody>
      <dsp:txXfrm>
        <a:off x="3148" y="296360"/>
        <a:ext cx="3069924" cy="1091807"/>
      </dsp:txXfrm>
    </dsp:sp>
    <dsp:sp modelId="{21A7F07C-6E80-4A9D-A6A1-0E3E59581C5B}">
      <dsp:nvSpPr>
        <dsp:cNvPr id="0" name=""/>
        <dsp:cNvSpPr/>
      </dsp:nvSpPr>
      <dsp:spPr>
        <a:xfrm>
          <a:off x="3148" y="1388167"/>
          <a:ext cx="3069924" cy="216992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93B06-2BBD-46B3-B8CF-76114F2DC0D2}">
      <dsp:nvSpPr>
        <dsp:cNvPr id="0" name=""/>
        <dsp:cNvSpPr/>
      </dsp:nvSpPr>
      <dsp:spPr>
        <a:xfrm>
          <a:off x="3502863" y="296360"/>
          <a:ext cx="3069924" cy="1091807"/>
        </a:xfrm>
        <a:prstGeom prst="rect">
          <a:avLst/>
        </a:prstGeom>
        <a:solidFill>
          <a:schemeClr val="accent5">
            <a:hueOff val="762777"/>
            <a:satOff val="209"/>
            <a:lumOff val="-3529"/>
            <a:alphaOff val="0"/>
          </a:schemeClr>
        </a:solidFill>
        <a:ln w="12700" cap="flat" cmpd="sng" algn="ctr">
          <a:solidFill>
            <a:schemeClr val="accent5">
              <a:hueOff val="762777"/>
              <a:satOff val="209"/>
              <a:lumOff val="-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Orthographic Tiers</a:t>
          </a:r>
        </a:p>
      </dsp:txBody>
      <dsp:txXfrm>
        <a:off x="3502863" y="296360"/>
        <a:ext cx="3069924" cy="1091807"/>
      </dsp:txXfrm>
    </dsp:sp>
    <dsp:sp modelId="{EFFC4802-FFFE-4864-8F5B-522000CD5970}">
      <dsp:nvSpPr>
        <dsp:cNvPr id="0" name=""/>
        <dsp:cNvSpPr/>
      </dsp:nvSpPr>
      <dsp:spPr>
        <a:xfrm>
          <a:off x="3502863" y="1388167"/>
          <a:ext cx="3069924" cy="2169922"/>
        </a:xfrm>
        <a:prstGeom prst="rect">
          <a:avLst/>
        </a:prstGeom>
        <a:solidFill>
          <a:schemeClr val="accent5">
            <a:tint val="40000"/>
            <a:alpha val="90000"/>
            <a:hueOff val="793832"/>
            <a:satOff val="-4162"/>
            <a:lumOff val="-70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793832"/>
              <a:satOff val="-4162"/>
              <a:lumOff val="-7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86428-BEFB-47CF-9176-0DD02545B307}">
      <dsp:nvSpPr>
        <dsp:cNvPr id="0" name=""/>
        <dsp:cNvSpPr/>
      </dsp:nvSpPr>
      <dsp:spPr>
        <a:xfrm>
          <a:off x="7002577" y="296360"/>
          <a:ext cx="3069924" cy="1091807"/>
        </a:xfrm>
        <a:prstGeom prst="rect">
          <a:avLst/>
        </a:prstGeom>
        <a:solidFill>
          <a:schemeClr val="accent5">
            <a:hueOff val="1525554"/>
            <a:satOff val="418"/>
            <a:lumOff val="-7058"/>
            <a:alphaOff val="0"/>
          </a:schemeClr>
        </a:solidFill>
        <a:ln w="12700" cap="flat" cmpd="sng" algn="ctr">
          <a:solidFill>
            <a:schemeClr val="accent5">
              <a:hueOff val="1525554"/>
              <a:satOff val="418"/>
              <a:lumOff val="-70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Include extra info</a:t>
          </a:r>
        </a:p>
      </dsp:txBody>
      <dsp:txXfrm>
        <a:off x="7002577" y="296360"/>
        <a:ext cx="3069924" cy="1091807"/>
      </dsp:txXfrm>
    </dsp:sp>
    <dsp:sp modelId="{529F487C-787F-4B81-AB6F-350CED20445D}">
      <dsp:nvSpPr>
        <dsp:cNvPr id="0" name=""/>
        <dsp:cNvSpPr/>
      </dsp:nvSpPr>
      <dsp:spPr>
        <a:xfrm>
          <a:off x="7002577" y="1388167"/>
          <a:ext cx="3069924" cy="2169922"/>
        </a:xfrm>
        <a:prstGeom prst="rect">
          <a:avLst/>
        </a:prstGeom>
        <a:solidFill>
          <a:schemeClr val="accent5">
            <a:tint val="40000"/>
            <a:alpha val="90000"/>
            <a:hueOff val="1587664"/>
            <a:satOff val="-8325"/>
            <a:lumOff val="-141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587664"/>
              <a:satOff val="-8325"/>
              <a:lumOff val="-14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Precedence alignment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Image Inserts</a:t>
          </a:r>
        </a:p>
      </dsp:txBody>
      <dsp:txXfrm>
        <a:off x="7002577" y="1388167"/>
        <a:ext cx="3069924" cy="2169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A1795-39DD-4505-A062-2BE6D28556F2}" type="datetimeFigureOut">
              <a:rPr lang="en-001" smtClean="0"/>
              <a:t>26/03/2024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EBEA9-0744-453A-883E-9D144EAADCE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43872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EBEA9-0744-453A-883E-9D144EAADCE1}" type="slidenum">
              <a:rPr lang="en-001" smtClean="0"/>
              <a:t>5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78228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83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7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0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4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79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2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3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0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5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8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934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F95C2A-DC97-4FC5-B4D7-ECA8B8A66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AF34AB-AE16-45B5-ABC1-801F0622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19557037-F0F8-8AC3-D891-EA2CB949F2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4000"/>
          </a:blip>
          <a:srcRect t="5981" b="97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080BBA-334D-47E7-984F-354D2ADEE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65439" y="231439"/>
            <a:ext cx="6858000" cy="639512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5000"/>
                </a:srgbClr>
              </a:gs>
              <a:gs pos="100000">
                <a:srgbClr val="000000">
                  <a:alpha val="0"/>
                </a:srgbClr>
              </a:gs>
              <a:gs pos="37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B3298-FE28-6C63-5AE9-7E23ED35D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5267" y="3153104"/>
            <a:ext cx="7700933" cy="3019095"/>
          </a:xfrm>
        </p:spPr>
        <p:txBody>
          <a:bodyPr anchor="b">
            <a:normAutofit/>
          </a:bodyPr>
          <a:lstStyle/>
          <a:p>
            <a:pPr algn="r"/>
            <a:r>
              <a:rPr lang="en-US" sz="6600"/>
              <a:t>Interlinear Text in Web Pages</a:t>
            </a:r>
            <a:endParaRPr lang="en-001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9179D-45DF-0FE5-D7DA-1BD4A77AD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0" y="1034218"/>
            <a:ext cx="3886200" cy="108466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Deepankur John Njondimackal</a:t>
            </a:r>
            <a:endParaRPr lang="en-001">
              <a:solidFill>
                <a:srgbClr val="FFFFFF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D90B6BE-4608-41D2-B075-FF612C55A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0EB12EA-C9EA-45BE-A22A-01D12F1BD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4162BCC-A310-4FED-9E20-7E50DE98CD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3EAC428-76D3-48E0-92FE-525A3B1EDD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04A83B-3D40-4647-96E0-5B28DD1E5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483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A6EBB6-38EA-496F-8CE0-8B2726519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A59A7-EE5E-47F6-28ED-514CCC4D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224951"/>
            <a:ext cx="4111925" cy="4405223"/>
          </a:xfrm>
        </p:spPr>
        <p:txBody>
          <a:bodyPr anchor="ctr">
            <a:normAutofit/>
          </a:bodyPr>
          <a:lstStyle/>
          <a:p>
            <a:r>
              <a:rPr lang="en-US" dirty="0"/>
              <a:t>Background</a:t>
            </a:r>
            <a:endParaRPr lang="en-00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C6FC83-B62E-46AA-AED7-6D92C743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B7B427D-FC10-4E56-8474-66965CB7B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DD8FF1D-8E86-4F7B-9DE3-132ED8E1F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496C35-D1C2-45B6-901C-493BEB5499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CCEAAB1-B743-4FEC-944A-11D6CFDFA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D4D6CF-A5C7-5BFA-70D6-88C7A2C108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217651"/>
              </p:ext>
            </p:extLst>
          </p:nvPr>
        </p:nvGraphicFramePr>
        <p:xfrm>
          <a:off x="6096000" y="368060"/>
          <a:ext cx="5410200" cy="5804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826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0318A3-7A0F-4949-A473-C3529E9E8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03CEB-64E5-465C-A005-82F42BC1C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294356">
            <a:off x="1432297" y="-265398"/>
            <a:ext cx="5427406" cy="724848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F672B51-4C3C-4FFC-840C-0083AE633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101580">
            <a:off x="1372793" y="-288472"/>
            <a:ext cx="5549799" cy="7264585"/>
          </a:xfrm>
          <a:custGeom>
            <a:avLst/>
            <a:gdLst>
              <a:gd name="connsiteX0" fmla="*/ 0 w 5861642"/>
              <a:gd name="connsiteY0" fmla="*/ 7584901 h 7919265"/>
              <a:gd name="connsiteX1" fmla="*/ 58824 w 5861642"/>
              <a:gd name="connsiteY1" fmla="*/ 6543594 h 7919265"/>
              <a:gd name="connsiteX2" fmla="*/ 52937 w 5861642"/>
              <a:gd name="connsiteY2" fmla="*/ 6543280 h 7919265"/>
              <a:gd name="connsiteX3" fmla="*/ 422572 w 5861642"/>
              <a:gd name="connsiteY3" fmla="*/ 0 h 7919265"/>
              <a:gd name="connsiteX4" fmla="*/ 4284829 w 5861642"/>
              <a:gd name="connsiteY4" fmla="*/ 212657 h 7919265"/>
              <a:gd name="connsiteX5" fmla="*/ 5823654 w 5861642"/>
              <a:gd name="connsiteY5" fmla="*/ 306262 h 7919265"/>
              <a:gd name="connsiteX6" fmla="*/ 5861642 w 5861642"/>
              <a:gd name="connsiteY6" fmla="*/ 317988 h 7919265"/>
              <a:gd name="connsiteX7" fmla="*/ 5856157 w 5861642"/>
              <a:gd name="connsiteY7" fmla="*/ 378751 h 7919265"/>
              <a:gd name="connsiteX8" fmla="*/ 5842343 w 5861642"/>
              <a:gd name="connsiteY8" fmla="*/ 627797 h 7919265"/>
              <a:gd name="connsiteX9" fmla="*/ 5837543 w 5861642"/>
              <a:gd name="connsiteY9" fmla="*/ 720595 h 7919265"/>
              <a:gd name="connsiteX10" fmla="*/ 5820125 w 5861642"/>
              <a:gd name="connsiteY10" fmla="*/ 1012687 h 7919265"/>
              <a:gd name="connsiteX11" fmla="*/ 5822318 w 5861642"/>
              <a:gd name="connsiteY11" fmla="*/ 1018677 h 7919265"/>
              <a:gd name="connsiteX12" fmla="*/ 5809530 w 5861642"/>
              <a:gd name="connsiteY12" fmla="*/ 1196200 h 7919265"/>
              <a:gd name="connsiteX13" fmla="*/ 5812189 w 5861642"/>
              <a:gd name="connsiteY13" fmla="*/ 1197315 h 7919265"/>
              <a:gd name="connsiteX14" fmla="*/ 5817462 w 5861642"/>
              <a:gd name="connsiteY14" fmla="*/ 1242155 h 7919265"/>
              <a:gd name="connsiteX15" fmla="*/ 5811320 w 5861642"/>
              <a:gd name="connsiteY15" fmla="*/ 1364256 h 7919265"/>
              <a:gd name="connsiteX16" fmla="*/ 5811185 w 5861642"/>
              <a:gd name="connsiteY16" fmla="*/ 1436500 h 7919265"/>
              <a:gd name="connsiteX17" fmla="*/ 5816694 w 5861642"/>
              <a:gd name="connsiteY17" fmla="*/ 1462669 h 7919265"/>
              <a:gd name="connsiteX18" fmla="*/ 5818070 w 5861642"/>
              <a:gd name="connsiteY18" fmla="*/ 1637067 h 7919265"/>
              <a:gd name="connsiteX19" fmla="*/ 5811245 w 5861642"/>
              <a:gd name="connsiteY19" fmla="*/ 1696270 h 7919265"/>
              <a:gd name="connsiteX20" fmla="*/ 5795186 w 5861642"/>
              <a:gd name="connsiteY20" fmla="*/ 1818360 h 7919265"/>
              <a:gd name="connsiteX21" fmla="*/ 5796218 w 5861642"/>
              <a:gd name="connsiteY21" fmla="*/ 1911947 h 7919265"/>
              <a:gd name="connsiteX22" fmla="*/ 5789969 w 5861642"/>
              <a:gd name="connsiteY22" fmla="*/ 1925528 h 7919265"/>
              <a:gd name="connsiteX23" fmla="*/ 5771499 w 5861642"/>
              <a:gd name="connsiteY23" fmla="*/ 2014848 h 7919265"/>
              <a:gd name="connsiteX24" fmla="*/ 5767709 w 5861642"/>
              <a:gd name="connsiteY24" fmla="*/ 2045563 h 7919265"/>
              <a:gd name="connsiteX25" fmla="*/ 5767187 w 5861642"/>
              <a:gd name="connsiteY25" fmla="*/ 2054308 h 7919265"/>
              <a:gd name="connsiteX26" fmla="*/ 5769380 w 5861642"/>
              <a:gd name="connsiteY26" fmla="*/ 2060299 h 7919265"/>
              <a:gd name="connsiteX27" fmla="*/ 5756593 w 5861642"/>
              <a:gd name="connsiteY27" fmla="*/ 2237821 h 7919265"/>
              <a:gd name="connsiteX28" fmla="*/ 5759252 w 5861642"/>
              <a:gd name="connsiteY28" fmla="*/ 2238936 h 7919265"/>
              <a:gd name="connsiteX29" fmla="*/ 5764525 w 5861642"/>
              <a:gd name="connsiteY29" fmla="*/ 2283776 h 7919265"/>
              <a:gd name="connsiteX30" fmla="*/ 5758382 w 5861642"/>
              <a:gd name="connsiteY30" fmla="*/ 2405877 h 7919265"/>
              <a:gd name="connsiteX31" fmla="*/ 5758248 w 5861642"/>
              <a:gd name="connsiteY31" fmla="*/ 2478121 h 7919265"/>
              <a:gd name="connsiteX32" fmla="*/ 5763756 w 5861642"/>
              <a:gd name="connsiteY32" fmla="*/ 2504290 h 7919265"/>
              <a:gd name="connsiteX33" fmla="*/ 5765133 w 5861642"/>
              <a:gd name="connsiteY33" fmla="*/ 2678688 h 7919265"/>
              <a:gd name="connsiteX34" fmla="*/ 5758308 w 5861642"/>
              <a:gd name="connsiteY34" fmla="*/ 2737891 h 7919265"/>
              <a:gd name="connsiteX35" fmla="*/ 5742249 w 5861642"/>
              <a:gd name="connsiteY35" fmla="*/ 2859981 h 7919265"/>
              <a:gd name="connsiteX36" fmla="*/ 5743281 w 5861642"/>
              <a:gd name="connsiteY36" fmla="*/ 2953568 h 7919265"/>
              <a:gd name="connsiteX37" fmla="*/ 5737032 w 5861642"/>
              <a:gd name="connsiteY37" fmla="*/ 2967149 h 7919265"/>
              <a:gd name="connsiteX38" fmla="*/ 5718561 w 5861642"/>
              <a:gd name="connsiteY38" fmla="*/ 3056469 h 7919265"/>
              <a:gd name="connsiteX39" fmla="*/ 5704157 w 5861642"/>
              <a:gd name="connsiteY39" fmla="*/ 3191664 h 7919265"/>
              <a:gd name="connsiteX40" fmla="*/ 5701519 w 5861642"/>
              <a:gd name="connsiteY40" fmla="*/ 3191820 h 7919265"/>
              <a:gd name="connsiteX41" fmla="*/ 5689148 w 5861642"/>
              <a:gd name="connsiteY41" fmla="*/ 3349428 h 7919265"/>
              <a:gd name="connsiteX42" fmla="*/ 5698460 w 5861642"/>
              <a:gd name="connsiteY42" fmla="*/ 3452640 h 7919265"/>
              <a:gd name="connsiteX43" fmla="*/ 5688292 w 5861642"/>
              <a:gd name="connsiteY43" fmla="*/ 3569167 h 7919265"/>
              <a:gd name="connsiteX44" fmla="*/ 5679997 w 5861642"/>
              <a:gd name="connsiteY44" fmla="*/ 3665756 h 7919265"/>
              <a:gd name="connsiteX45" fmla="*/ 5670612 w 5861642"/>
              <a:gd name="connsiteY45" fmla="*/ 3727201 h 7919265"/>
              <a:gd name="connsiteX46" fmla="*/ 5646783 w 5861642"/>
              <a:gd name="connsiteY46" fmla="*/ 4090075 h 7919265"/>
              <a:gd name="connsiteX47" fmla="*/ 5643566 w 5861642"/>
              <a:gd name="connsiteY47" fmla="*/ 4151837 h 7919265"/>
              <a:gd name="connsiteX48" fmla="*/ 5635382 w 5861642"/>
              <a:gd name="connsiteY48" fmla="*/ 4309007 h 7919265"/>
              <a:gd name="connsiteX49" fmla="*/ 5607588 w 5861642"/>
              <a:gd name="connsiteY49" fmla="*/ 4783566 h 7919265"/>
              <a:gd name="connsiteX50" fmla="*/ 5605250 w 5861642"/>
              <a:gd name="connsiteY50" fmla="*/ 4823208 h 7919265"/>
              <a:gd name="connsiteX51" fmla="*/ 5598814 w 5861642"/>
              <a:gd name="connsiteY51" fmla="*/ 5036288 h 7919265"/>
              <a:gd name="connsiteX52" fmla="*/ 5582445 w 5861642"/>
              <a:gd name="connsiteY52" fmla="*/ 5350628 h 7919265"/>
              <a:gd name="connsiteX53" fmla="*/ 5515806 w 5861642"/>
              <a:gd name="connsiteY53" fmla="*/ 6483795 h 7919265"/>
              <a:gd name="connsiteX54" fmla="*/ 5510305 w 5861642"/>
              <a:gd name="connsiteY54" fmla="*/ 6577332 h 7919265"/>
              <a:gd name="connsiteX55" fmla="*/ 5511780 w 5861642"/>
              <a:gd name="connsiteY55" fmla="*/ 6587223 h 7919265"/>
              <a:gd name="connsiteX56" fmla="*/ 5510197 w 5861642"/>
              <a:gd name="connsiteY56" fmla="*/ 6670719 h 7919265"/>
              <a:gd name="connsiteX57" fmla="*/ 5499832 w 5861642"/>
              <a:gd name="connsiteY57" fmla="*/ 6770108 h 7919265"/>
              <a:gd name="connsiteX58" fmla="*/ 5498316 w 5861642"/>
              <a:gd name="connsiteY58" fmla="*/ 6781200 h 7919265"/>
              <a:gd name="connsiteX59" fmla="*/ 5497062 w 5861642"/>
              <a:gd name="connsiteY59" fmla="*/ 6802542 h 7919265"/>
              <a:gd name="connsiteX60" fmla="*/ 5499947 w 5861642"/>
              <a:gd name="connsiteY60" fmla="*/ 6820932 h 7919265"/>
              <a:gd name="connsiteX61" fmla="*/ 5494409 w 5861642"/>
              <a:gd name="connsiteY61" fmla="*/ 6847760 h 7919265"/>
              <a:gd name="connsiteX62" fmla="*/ 5486503 w 5861642"/>
              <a:gd name="connsiteY62" fmla="*/ 6982763 h 7919265"/>
              <a:gd name="connsiteX63" fmla="*/ 5452061 w 5861642"/>
              <a:gd name="connsiteY63" fmla="*/ 7583356 h 7919265"/>
              <a:gd name="connsiteX64" fmla="*/ 5458843 w 5861642"/>
              <a:gd name="connsiteY64" fmla="*/ 7628844 h 7919265"/>
              <a:gd name="connsiteX65" fmla="*/ 5457259 w 5861642"/>
              <a:gd name="connsiteY65" fmla="*/ 7712341 h 7919265"/>
              <a:gd name="connsiteX66" fmla="*/ 5443236 w 5861642"/>
              <a:gd name="connsiteY66" fmla="*/ 7838503 h 7919265"/>
              <a:gd name="connsiteX67" fmla="*/ 5447010 w 5861642"/>
              <a:gd name="connsiteY67" fmla="*/ 7862553 h 7919265"/>
              <a:gd name="connsiteX68" fmla="*/ 5432854 w 5861642"/>
              <a:gd name="connsiteY68" fmla="*/ 7919237 h 7919265"/>
              <a:gd name="connsiteX69" fmla="*/ 397307 w 5861642"/>
              <a:gd name="connsiteY69" fmla="*/ 7606085 h 7919265"/>
              <a:gd name="connsiteX0" fmla="*/ 0 w 5861642"/>
              <a:gd name="connsiteY0" fmla="*/ 7584901 h 7919265"/>
              <a:gd name="connsiteX1" fmla="*/ 58824 w 5861642"/>
              <a:gd name="connsiteY1" fmla="*/ 6543594 h 7919265"/>
              <a:gd name="connsiteX2" fmla="*/ 422572 w 5861642"/>
              <a:gd name="connsiteY2" fmla="*/ 0 h 7919265"/>
              <a:gd name="connsiteX3" fmla="*/ 4284829 w 5861642"/>
              <a:gd name="connsiteY3" fmla="*/ 212657 h 7919265"/>
              <a:gd name="connsiteX4" fmla="*/ 5823654 w 5861642"/>
              <a:gd name="connsiteY4" fmla="*/ 306262 h 7919265"/>
              <a:gd name="connsiteX5" fmla="*/ 5861642 w 5861642"/>
              <a:gd name="connsiteY5" fmla="*/ 317988 h 7919265"/>
              <a:gd name="connsiteX6" fmla="*/ 5856157 w 5861642"/>
              <a:gd name="connsiteY6" fmla="*/ 378751 h 7919265"/>
              <a:gd name="connsiteX7" fmla="*/ 5842343 w 5861642"/>
              <a:gd name="connsiteY7" fmla="*/ 627797 h 7919265"/>
              <a:gd name="connsiteX8" fmla="*/ 5837543 w 5861642"/>
              <a:gd name="connsiteY8" fmla="*/ 720595 h 7919265"/>
              <a:gd name="connsiteX9" fmla="*/ 5820125 w 5861642"/>
              <a:gd name="connsiteY9" fmla="*/ 1012687 h 7919265"/>
              <a:gd name="connsiteX10" fmla="*/ 5822318 w 5861642"/>
              <a:gd name="connsiteY10" fmla="*/ 1018677 h 7919265"/>
              <a:gd name="connsiteX11" fmla="*/ 5809530 w 5861642"/>
              <a:gd name="connsiteY11" fmla="*/ 1196200 h 7919265"/>
              <a:gd name="connsiteX12" fmla="*/ 5812189 w 5861642"/>
              <a:gd name="connsiteY12" fmla="*/ 1197315 h 7919265"/>
              <a:gd name="connsiteX13" fmla="*/ 5817462 w 5861642"/>
              <a:gd name="connsiteY13" fmla="*/ 1242155 h 7919265"/>
              <a:gd name="connsiteX14" fmla="*/ 5811320 w 5861642"/>
              <a:gd name="connsiteY14" fmla="*/ 1364256 h 7919265"/>
              <a:gd name="connsiteX15" fmla="*/ 5811185 w 5861642"/>
              <a:gd name="connsiteY15" fmla="*/ 1436500 h 7919265"/>
              <a:gd name="connsiteX16" fmla="*/ 5816694 w 5861642"/>
              <a:gd name="connsiteY16" fmla="*/ 1462669 h 7919265"/>
              <a:gd name="connsiteX17" fmla="*/ 5818070 w 5861642"/>
              <a:gd name="connsiteY17" fmla="*/ 1637067 h 7919265"/>
              <a:gd name="connsiteX18" fmla="*/ 5811245 w 5861642"/>
              <a:gd name="connsiteY18" fmla="*/ 1696270 h 7919265"/>
              <a:gd name="connsiteX19" fmla="*/ 5795186 w 5861642"/>
              <a:gd name="connsiteY19" fmla="*/ 1818360 h 7919265"/>
              <a:gd name="connsiteX20" fmla="*/ 5796218 w 5861642"/>
              <a:gd name="connsiteY20" fmla="*/ 1911947 h 7919265"/>
              <a:gd name="connsiteX21" fmla="*/ 5789969 w 5861642"/>
              <a:gd name="connsiteY21" fmla="*/ 1925528 h 7919265"/>
              <a:gd name="connsiteX22" fmla="*/ 5771499 w 5861642"/>
              <a:gd name="connsiteY22" fmla="*/ 2014848 h 7919265"/>
              <a:gd name="connsiteX23" fmla="*/ 5767709 w 5861642"/>
              <a:gd name="connsiteY23" fmla="*/ 2045563 h 7919265"/>
              <a:gd name="connsiteX24" fmla="*/ 5767187 w 5861642"/>
              <a:gd name="connsiteY24" fmla="*/ 2054308 h 7919265"/>
              <a:gd name="connsiteX25" fmla="*/ 5769380 w 5861642"/>
              <a:gd name="connsiteY25" fmla="*/ 2060299 h 7919265"/>
              <a:gd name="connsiteX26" fmla="*/ 5756593 w 5861642"/>
              <a:gd name="connsiteY26" fmla="*/ 2237821 h 7919265"/>
              <a:gd name="connsiteX27" fmla="*/ 5759252 w 5861642"/>
              <a:gd name="connsiteY27" fmla="*/ 2238936 h 7919265"/>
              <a:gd name="connsiteX28" fmla="*/ 5764525 w 5861642"/>
              <a:gd name="connsiteY28" fmla="*/ 2283776 h 7919265"/>
              <a:gd name="connsiteX29" fmla="*/ 5758382 w 5861642"/>
              <a:gd name="connsiteY29" fmla="*/ 2405877 h 7919265"/>
              <a:gd name="connsiteX30" fmla="*/ 5758248 w 5861642"/>
              <a:gd name="connsiteY30" fmla="*/ 2478121 h 7919265"/>
              <a:gd name="connsiteX31" fmla="*/ 5763756 w 5861642"/>
              <a:gd name="connsiteY31" fmla="*/ 2504290 h 7919265"/>
              <a:gd name="connsiteX32" fmla="*/ 5765133 w 5861642"/>
              <a:gd name="connsiteY32" fmla="*/ 2678688 h 7919265"/>
              <a:gd name="connsiteX33" fmla="*/ 5758308 w 5861642"/>
              <a:gd name="connsiteY33" fmla="*/ 2737891 h 7919265"/>
              <a:gd name="connsiteX34" fmla="*/ 5742249 w 5861642"/>
              <a:gd name="connsiteY34" fmla="*/ 2859981 h 7919265"/>
              <a:gd name="connsiteX35" fmla="*/ 5743281 w 5861642"/>
              <a:gd name="connsiteY35" fmla="*/ 2953568 h 7919265"/>
              <a:gd name="connsiteX36" fmla="*/ 5737032 w 5861642"/>
              <a:gd name="connsiteY36" fmla="*/ 2967149 h 7919265"/>
              <a:gd name="connsiteX37" fmla="*/ 5718561 w 5861642"/>
              <a:gd name="connsiteY37" fmla="*/ 3056469 h 7919265"/>
              <a:gd name="connsiteX38" fmla="*/ 5704157 w 5861642"/>
              <a:gd name="connsiteY38" fmla="*/ 3191664 h 7919265"/>
              <a:gd name="connsiteX39" fmla="*/ 5701519 w 5861642"/>
              <a:gd name="connsiteY39" fmla="*/ 3191820 h 7919265"/>
              <a:gd name="connsiteX40" fmla="*/ 5689148 w 5861642"/>
              <a:gd name="connsiteY40" fmla="*/ 3349428 h 7919265"/>
              <a:gd name="connsiteX41" fmla="*/ 5698460 w 5861642"/>
              <a:gd name="connsiteY41" fmla="*/ 3452640 h 7919265"/>
              <a:gd name="connsiteX42" fmla="*/ 5688292 w 5861642"/>
              <a:gd name="connsiteY42" fmla="*/ 3569167 h 7919265"/>
              <a:gd name="connsiteX43" fmla="*/ 5679997 w 5861642"/>
              <a:gd name="connsiteY43" fmla="*/ 3665756 h 7919265"/>
              <a:gd name="connsiteX44" fmla="*/ 5670612 w 5861642"/>
              <a:gd name="connsiteY44" fmla="*/ 3727201 h 7919265"/>
              <a:gd name="connsiteX45" fmla="*/ 5646783 w 5861642"/>
              <a:gd name="connsiteY45" fmla="*/ 4090075 h 7919265"/>
              <a:gd name="connsiteX46" fmla="*/ 5643566 w 5861642"/>
              <a:gd name="connsiteY46" fmla="*/ 4151837 h 7919265"/>
              <a:gd name="connsiteX47" fmla="*/ 5635382 w 5861642"/>
              <a:gd name="connsiteY47" fmla="*/ 4309007 h 7919265"/>
              <a:gd name="connsiteX48" fmla="*/ 5607588 w 5861642"/>
              <a:gd name="connsiteY48" fmla="*/ 4783566 h 7919265"/>
              <a:gd name="connsiteX49" fmla="*/ 5605250 w 5861642"/>
              <a:gd name="connsiteY49" fmla="*/ 4823208 h 7919265"/>
              <a:gd name="connsiteX50" fmla="*/ 5598814 w 5861642"/>
              <a:gd name="connsiteY50" fmla="*/ 5036288 h 7919265"/>
              <a:gd name="connsiteX51" fmla="*/ 5582445 w 5861642"/>
              <a:gd name="connsiteY51" fmla="*/ 5350628 h 7919265"/>
              <a:gd name="connsiteX52" fmla="*/ 5515806 w 5861642"/>
              <a:gd name="connsiteY52" fmla="*/ 6483795 h 7919265"/>
              <a:gd name="connsiteX53" fmla="*/ 5510305 w 5861642"/>
              <a:gd name="connsiteY53" fmla="*/ 6577332 h 7919265"/>
              <a:gd name="connsiteX54" fmla="*/ 5511780 w 5861642"/>
              <a:gd name="connsiteY54" fmla="*/ 6587223 h 7919265"/>
              <a:gd name="connsiteX55" fmla="*/ 5510197 w 5861642"/>
              <a:gd name="connsiteY55" fmla="*/ 6670719 h 7919265"/>
              <a:gd name="connsiteX56" fmla="*/ 5499832 w 5861642"/>
              <a:gd name="connsiteY56" fmla="*/ 6770108 h 7919265"/>
              <a:gd name="connsiteX57" fmla="*/ 5498316 w 5861642"/>
              <a:gd name="connsiteY57" fmla="*/ 6781200 h 7919265"/>
              <a:gd name="connsiteX58" fmla="*/ 5497062 w 5861642"/>
              <a:gd name="connsiteY58" fmla="*/ 6802542 h 7919265"/>
              <a:gd name="connsiteX59" fmla="*/ 5499947 w 5861642"/>
              <a:gd name="connsiteY59" fmla="*/ 6820932 h 7919265"/>
              <a:gd name="connsiteX60" fmla="*/ 5494409 w 5861642"/>
              <a:gd name="connsiteY60" fmla="*/ 6847760 h 7919265"/>
              <a:gd name="connsiteX61" fmla="*/ 5486503 w 5861642"/>
              <a:gd name="connsiteY61" fmla="*/ 6982763 h 7919265"/>
              <a:gd name="connsiteX62" fmla="*/ 5452061 w 5861642"/>
              <a:gd name="connsiteY62" fmla="*/ 7583356 h 7919265"/>
              <a:gd name="connsiteX63" fmla="*/ 5458843 w 5861642"/>
              <a:gd name="connsiteY63" fmla="*/ 7628844 h 7919265"/>
              <a:gd name="connsiteX64" fmla="*/ 5457259 w 5861642"/>
              <a:gd name="connsiteY64" fmla="*/ 7712341 h 7919265"/>
              <a:gd name="connsiteX65" fmla="*/ 5443236 w 5861642"/>
              <a:gd name="connsiteY65" fmla="*/ 7838503 h 7919265"/>
              <a:gd name="connsiteX66" fmla="*/ 5447010 w 5861642"/>
              <a:gd name="connsiteY66" fmla="*/ 7862553 h 7919265"/>
              <a:gd name="connsiteX67" fmla="*/ 5432854 w 5861642"/>
              <a:gd name="connsiteY67" fmla="*/ 7919237 h 7919265"/>
              <a:gd name="connsiteX68" fmla="*/ 397307 w 5861642"/>
              <a:gd name="connsiteY68" fmla="*/ 7606085 h 7919265"/>
              <a:gd name="connsiteX69" fmla="*/ 0 w 5861642"/>
              <a:gd name="connsiteY69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98460 w 5861642"/>
              <a:gd name="connsiteY40" fmla="*/ 3452640 h 7919265"/>
              <a:gd name="connsiteX41" fmla="*/ 5688292 w 5861642"/>
              <a:gd name="connsiteY41" fmla="*/ 3569167 h 7919265"/>
              <a:gd name="connsiteX42" fmla="*/ 5679997 w 5861642"/>
              <a:gd name="connsiteY42" fmla="*/ 3665756 h 7919265"/>
              <a:gd name="connsiteX43" fmla="*/ 5670612 w 5861642"/>
              <a:gd name="connsiteY43" fmla="*/ 3727201 h 7919265"/>
              <a:gd name="connsiteX44" fmla="*/ 5646783 w 5861642"/>
              <a:gd name="connsiteY44" fmla="*/ 4090075 h 7919265"/>
              <a:gd name="connsiteX45" fmla="*/ 5643566 w 5861642"/>
              <a:gd name="connsiteY45" fmla="*/ 4151837 h 7919265"/>
              <a:gd name="connsiteX46" fmla="*/ 5635382 w 5861642"/>
              <a:gd name="connsiteY46" fmla="*/ 4309007 h 7919265"/>
              <a:gd name="connsiteX47" fmla="*/ 5607588 w 5861642"/>
              <a:gd name="connsiteY47" fmla="*/ 4783566 h 7919265"/>
              <a:gd name="connsiteX48" fmla="*/ 5605250 w 5861642"/>
              <a:gd name="connsiteY48" fmla="*/ 4823208 h 7919265"/>
              <a:gd name="connsiteX49" fmla="*/ 5598814 w 5861642"/>
              <a:gd name="connsiteY49" fmla="*/ 5036288 h 7919265"/>
              <a:gd name="connsiteX50" fmla="*/ 5582445 w 5861642"/>
              <a:gd name="connsiteY50" fmla="*/ 5350628 h 7919265"/>
              <a:gd name="connsiteX51" fmla="*/ 5515806 w 5861642"/>
              <a:gd name="connsiteY51" fmla="*/ 6483795 h 7919265"/>
              <a:gd name="connsiteX52" fmla="*/ 5510305 w 5861642"/>
              <a:gd name="connsiteY52" fmla="*/ 6577332 h 7919265"/>
              <a:gd name="connsiteX53" fmla="*/ 5511780 w 5861642"/>
              <a:gd name="connsiteY53" fmla="*/ 6587223 h 7919265"/>
              <a:gd name="connsiteX54" fmla="*/ 5510197 w 5861642"/>
              <a:gd name="connsiteY54" fmla="*/ 6670719 h 7919265"/>
              <a:gd name="connsiteX55" fmla="*/ 5499832 w 5861642"/>
              <a:gd name="connsiteY55" fmla="*/ 6770108 h 7919265"/>
              <a:gd name="connsiteX56" fmla="*/ 5498316 w 5861642"/>
              <a:gd name="connsiteY56" fmla="*/ 6781200 h 7919265"/>
              <a:gd name="connsiteX57" fmla="*/ 5497062 w 5861642"/>
              <a:gd name="connsiteY57" fmla="*/ 6802542 h 7919265"/>
              <a:gd name="connsiteX58" fmla="*/ 5499947 w 5861642"/>
              <a:gd name="connsiteY58" fmla="*/ 6820932 h 7919265"/>
              <a:gd name="connsiteX59" fmla="*/ 5494409 w 5861642"/>
              <a:gd name="connsiteY59" fmla="*/ 6847760 h 7919265"/>
              <a:gd name="connsiteX60" fmla="*/ 5486503 w 5861642"/>
              <a:gd name="connsiteY60" fmla="*/ 6982763 h 7919265"/>
              <a:gd name="connsiteX61" fmla="*/ 5452061 w 5861642"/>
              <a:gd name="connsiteY61" fmla="*/ 7583356 h 7919265"/>
              <a:gd name="connsiteX62" fmla="*/ 5458843 w 5861642"/>
              <a:gd name="connsiteY62" fmla="*/ 7628844 h 7919265"/>
              <a:gd name="connsiteX63" fmla="*/ 5457259 w 5861642"/>
              <a:gd name="connsiteY63" fmla="*/ 7712341 h 7919265"/>
              <a:gd name="connsiteX64" fmla="*/ 5443236 w 5861642"/>
              <a:gd name="connsiteY64" fmla="*/ 7838503 h 7919265"/>
              <a:gd name="connsiteX65" fmla="*/ 5447010 w 5861642"/>
              <a:gd name="connsiteY65" fmla="*/ 7862553 h 7919265"/>
              <a:gd name="connsiteX66" fmla="*/ 5432854 w 5861642"/>
              <a:gd name="connsiteY66" fmla="*/ 7919237 h 7919265"/>
              <a:gd name="connsiteX67" fmla="*/ 397307 w 5861642"/>
              <a:gd name="connsiteY67" fmla="*/ 7606085 h 7919265"/>
              <a:gd name="connsiteX68" fmla="*/ 0 w 5861642"/>
              <a:gd name="connsiteY68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98460 w 5861642"/>
              <a:gd name="connsiteY40" fmla="*/ 3452640 h 7919265"/>
              <a:gd name="connsiteX41" fmla="*/ 5688292 w 5861642"/>
              <a:gd name="connsiteY41" fmla="*/ 3569167 h 7919265"/>
              <a:gd name="connsiteX42" fmla="*/ 5679997 w 5861642"/>
              <a:gd name="connsiteY42" fmla="*/ 3665756 h 7919265"/>
              <a:gd name="connsiteX43" fmla="*/ 5670612 w 5861642"/>
              <a:gd name="connsiteY43" fmla="*/ 3727201 h 7919265"/>
              <a:gd name="connsiteX44" fmla="*/ 5646783 w 5861642"/>
              <a:gd name="connsiteY44" fmla="*/ 4090075 h 7919265"/>
              <a:gd name="connsiteX45" fmla="*/ 5643566 w 5861642"/>
              <a:gd name="connsiteY45" fmla="*/ 4151837 h 7919265"/>
              <a:gd name="connsiteX46" fmla="*/ 5635382 w 5861642"/>
              <a:gd name="connsiteY46" fmla="*/ 4309007 h 7919265"/>
              <a:gd name="connsiteX47" fmla="*/ 5607588 w 5861642"/>
              <a:gd name="connsiteY47" fmla="*/ 4783566 h 7919265"/>
              <a:gd name="connsiteX48" fmla="*/ 5605250 w 5861642"/>
              <a:gd name="connsiteY48" fmla="*/ 4823208 h 7919265"/>
              <a:gd name="connsiteX49" fmla="*/ 5598814 w 5861642"/>
              <a:gd name="connsiteY49" fmla="*/ 5036288 h 7919265"/>
              <a:gd name="connsiteX50" fmla="*/ 5515806 w 5861642"/>
              <a:gd name="connsiteY50" fmla="*/ 6483795 h 7919265"/>
              <a:gd name="connsiteX51" fmla="*/ 5510305 w 5861642"/>
              <a:gd name="connsiteY51" fmla="*/ 6577332 h 7919265"/>
              <a:gd name="connsiteX52" fmla="*/ 5511780 w 5861642"/>
              <a:gd name="connsiteY52" fmla="*/ 6587223 h 7919265"/>
              <a:gd name="connsiteX53" fmla="*/ 5510197 w 5861642"/>
              <a:gd name="connsiteY53" fmla="*/ 6670719 h 7919265"/>
              <a:gd name="connsiteX54" fmla="*/ 5499832 w 5861642"/>
              <a:gd name="connsiteY54" fmla="*/ 6770108 h 7919265"/>
              <a:gd name="connsiteX55" fmla="*/ 5498316 w 5861642"/>
              <a:gd name="connsiteY55" fmla="*/ 6781200 h 7919265"/>
              <a:gd name="connsiteX56" fmla="*/ 5497062 w 5861642"/>
              <a:gd name="connsiteY56" fmla="*/ 6802542 h 7919265"/>
              <a:gd name="connsiteX57" fmla="*/ 5499947 w 5861642"/>
              <a:gd name="connsiteY57" fmla="*/ 6820932 h 7919265"/>
              <a:gd name="connsiteX58" fmla="*/ 5494409 w 5861642"/>
              <a:gd name="connsiteY58" fmla="*/ 6847760 h 7919265"/>
              <a:gd name="connsiteX59" fmla="*/ 5486503 w 5861642"/>
              <a:gd name="connsiteY59" fmla="*/ 6982763 h 7919265"/>
              <a:gd name="connsiteX60" fmla="*/ 5452061 w 5861642"/>
              <a:gd name="connsiteY60" fmla="*/ 7583356 h 7919265"/>
              <a:gd name="connsiteX61" fmla="*/ 5458843 w 5861642"/>
              <a:gd name="connsiteY61" fmla="*/ 7628844 h 7919265"/>
              <a:gd name="connsiteX62" fmla="*/ 5457259 w 5861642"/>
              <a:gd name="connsiteY62" fmla="*/ 7712341 h 7919265"/>
              <a:gd name="connsiteX63" fmla="*/ 5443236 w 5861642"/>
              <a:gd name="connsiteY63" fmla="*/ 7838503 h 7919265"/>
              <a:gd name="connsiteX64" fmla="*/ 5447010 w 5861642"/>
              <a:gd name="connsiteY64" fmla="*/ 7862553 h 7919265"/>
              <a:gd name="connsiteX65" fmla="*/ 5432854 w 5861642"/>
              <a:gd name="connsiteY65" fmla="*/ 7919237 h 7919265"/>
              <a:gd name="connsiteX66" fmla="*/ 397307 w 5861642"/>
              <a:gd name="connsiteY66" fmla="*/ 7606085 h 7919265"/>
              <a:gd name="connsiteX67" fmla="*/ 0 w 5861642"/>
              <a:gd name="connsiteY67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98460 w 5861642"/>
              <a:gd name="connsiteY40" fmla="*/ 3452640 h 7919265"/>
              <a:gd name="connsiteX41" fmla="*/ 5688292 w 5861642"/>
              <a:gd name="connsiteY41" fmla="*/ 3569167 h 7919265"/>
              <a:gd name="connsiteX42" fmla="*/ 5679997 w 5861642"/>
              <a:gd name="connsiteY42" fmla="*/ 3665756 h 7919265"/>
              <a:gd name="connsiteX43" fmla="*/ 5670612 w 5861642"/>
              <a:gd name="connsiteY43" fmla="*/ 3727201 h 7919265"/>
              <a:gd name="connsiteX44" fmla="*/ 5646783 w 5861642"/>
              <a:gd name="connsiteY44" fmla="*/ 4090075 h 7919265"/>
              <a:gd name="connsiteX45" fmla="*/ 5643566 w 5861642"/>
              <a:gd name="connsiteY45" fmla="*/ 4151837 h 7919265"/>
              <a:gd name="connsiteX46" fmla="*/ 5635382 w 5861642"/>
              <a:gd name="connsiteY46" fmla="*/ 4309007 h 7919265"/>
              <a:gd name="connsiteX47" fmla="*/ 5607588 w 5861642"/>
              <a:gd name="connsiteY47" fmla="*/ 4783566 h 7919265"/>
              <a:gd name="connsiteX48" fmla="*/ 5598814 w 5861642"/>
              <a:gd name="connsiteY48" fmla="*/ 5036288 h 7919265"/>
              <a:gd name="connsiteX49" fmla="*/ 5515806 w 5861642"/>
              <a:gd name="connsiteY49" fmla="*/ 6483795 h 7919265"/>
              <a:gd name="connsiteX50" fmla="*/ 5510305 w 5861642"/>
              <a:gd name="connsiteY50" fmla="*/ 6577332 h 7919265"/>
              <a:gd name="connsiteX51" fmla="*/ 5511780 w 5861642"/>
              <a:gd name="connsiteY51" fmla="*/ 6587223 h 7919265"/>
              <a:gd name="connsiteX52" fmla="*/ 5510197 w 5861642"/>
              <a:gd name="connsiteY52" fmla="*/ 6670719 h 7919265"/>
              <a:gd name="connsiteX53" fmla="*/ 5499832 w 5861642"/>
              <a:gd name="connsiteY53" fmla="*/ 6770108 h 7919265"/>
              <a:gd name="connsiteX54" fmla="*/ 5498316 w 5861642"/>
              <a:gd name="connsiteY54" fmla="*/ 6781200 h 7919265"/>
              <a:gd name="connsiteX55" fmla="*/ 5497062 w 5861642"/>
              <a:gd name="connsiteY55" fmla="*/ 6802542 h 7919265"/>
              <a:gd name="connsiteX56" fmla="*/ 5499947 w 5861642"/>
              <a:gd name="connsiteY56" fmla="*/ 6820932 h 7919265"/>
              <a:gd name="connsiteX57" fmla="*/ 5494409 w 5861642"/>
              <a:gd name="connsiteY57" fmla="*/ 6847760 h 7919265"/>
              <a:gd name="connsiteX58" fmla="*/ 5486503 w 5861642"/>
              <a:gd name="connsiteY58" fmla="*/ 6982763 h 7919265"/>
              <a:gd name="connsiteX59" fmla="*/ 5452061 w 5861642"/>
              <a:gd name="connsiteY59" fmla="*/ 7583356 h 7919265"/>
              <a:gd name="connsiteX60" fmla="*/ 5458843 w 5861642"/>
              <a:gd name="connsiteY60" fmla="*/ 7628844 h 7919265"/>
              <a:gd name="connsiteX61" fmla="*/ 5457259 w 5861642"/>
              <a:gd name="connsiteY61" fmla="*/ 7712341 h 7919265"/>
              <a:gd name="connsiteX62" fmla="*/ 5443236 w 5861642"/>
              <a:gd name="connsiteY62" fmla="*/ 7838503 h 7919265"/>
              <a:gd name="connsiteX63" fmla="*/ 5447010 w 5861642"/>
              <a:gd name="connsiteY63" fmla="*/ 7862553 h 7919265"/>
              <a:gd name="connsiteX64" fmla="*/ 5432854 w 5861642"/>
              <a:gd name="connsiteY64" fmla="*/ 7919237 h 7919265"/>
              <a:gd name="connsiteX65" fmla="*/ 397307 w 5861642"/>
              <a:gd name="connsiteY65" fmla="*/ 7606085 h 7919265"/>
              <a:gd name="connsiteX66" fmla="*/ 0 w 5861642"/>
              <a:gd name="connsiteY66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98460 w 5861642"/>
              <a:gd name="connsiteY40" fmla="*/ 3452640 h 7919265"/>
              <a:gd name="connsiteX41" fmla="*/ 5688292 w 5861642"/>
              <a:gd name="connsiteY41" fmla="*/ 3569167 h 7919265"/>
              <a:gd name="connsiteX42" fmla="*/ 5679997 w 5861642"/>
              <a:gd name="connsiteY42" fmla="*/ 3665756 h 7919265"/>
              <a:gd name="connsiteX43" fmla="*/ 5670612 w 5861642"/>
              <a:gd name="connsiteY43" fmla="*/ 3727201 h 7919265"/>
              <a:gd name="connsiteX44" fmla="*/ 5646783 w 5861642"/>
              <a:gd name="connsiteY44" fmla="*/ 4090075 h 7919265"/>
              <a:gd name="connsiteX45" fmla="*/ 5643566 w 5861642"/>
              <a:gd name="connsiteY45" fmla="*/ 4151837 h 7919265"/>
              <a:gd name="connsiteX46" fmla="*/ 5607588 w 5861642"/>
              <a:gd name="connsiteY46" fmla="*/ 4783566 h 7919265"/>
              <a:gd name="connsiteX47" fmla="*/ 5598814 w 5861642"/>
              <a:gd name="connsiteY47" fmla="*/ 5036288 h 7919265"/>
              <a:gd name="connsiteX48" fmla="*/ 5515806 w 5861642"/>
              <a:gd name="connsiteY48" fmla="*/ 6483795 h 7919265"/>
              <a:gd name="connsiteX49" fmla="*/ 5510305 w 5861642"/>
              <a:gd name="connsiteY49" fmla="*/ 6577332 h 7919265"/>
              <a:gd name="connsiteX50" fmla="*/ 5511780 w 5861642"/>
              <a:gd name="connsiteY50" fmla="*/ 6587223 h 7919265"/>
              <a:gd name="connsiteX51" fmla="*/ 5510197 w 5861642"/>
              <a:gd name="connsiteY51" fmla="*/ 6670719 h 7919265"/>
              <a:gd name="connsiteX52" fmla="*/ 5499832 w 5861642"/>
              <a:gd name="connsiteY52" fmla="*/ 6770108 h 7919265"/>
              <a:gd name="connsiteX53" fmla="*/ 5498316 w 5861642"/>
              <a:gd name="connsiteY53" fmla="*/ 6781200 h 7919265"/>
              <a:gd name="connsiteX54" fmla="*/ 5497062 w 5861642"/>
              <a:gd name="connsiteY54" fmla="*/ 6802542 h 7919265"/>
              <a:gd name="connsiteX55" fmla="*/ 5499947 w 5861642"/>
              <a:gd name="connsiteY55" fmla="*/ 6820932 h 7919265"/>
              <a:gd name="connsiteX56" fmla="*/ 5494409 w 5861642"/>
              <a:gd name="connsiteY56" fmla="*/ 6847760 h 7919265"/>
              <a:gd name="connsiteX57" fmla="*/ 5486503 w 5861642"/>
              <a:gd name="connsiteY57" fmla="*/ 6982763 h 7919265"/>
              <a:gd name="connsiteX58" fmla="*/ 5452061 w 5861642"/>
              <a:gd name="connsiteY58" fmla="*/ 7583356 h 7919265"/>
              <a:gd name="connsiteX59" fmla="*/ 5458843 w 5861642"/>
              <a:gd name="connsiteY59" fmla="*/ 7628844 h 7919265"/>
              <a:gd name="connsiteX60" fmla="*/ 5457259 w 5861642"/>
              <a:gd name="connsiteY60" fmla="*/ 7712341 h 7919265"/>
              <a:gd name="connsiteX61" fmla="*/ 5443236 w 5861642"/>
              <a:gd name="connsiteY61" fmla="*/ 7838503 h 7919265"/>
              <a:gd name="connsiteX62" fmla="*/ 5447010 w 5861642"/>
              <a:gd name="connsiteY62" fmla="*/ 7862553 h 7919265"/>
              <a:gd name="connsiteX63" fmla="*/ 5432854 w 5861642"/>
              <a:gd name="connsiteY63" fmla="*/ 7919237 h 7919265"/>
              <a:gd name="connsiteX64" fmla="*/ 397307 w 5861642"/>
              <a:gd name="connsiteY64" fmla="*/ 7606085 h 7919265"/>
              <a:gd name="connsiteX65" fmla="*/ 0 w 5861642"/>
              <a:gd name="connsiteY65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98460 w 5861642"/>
              <a:gd name="connsiteY40" fmla="*/ 3452640 h 7919265"/>
              <a:gd name="connsiteX41" fmla="*/ 5688292 w 5861642"/>
              <a:gd name="connsiteY41" fmla="*/ 3569167 h 7919265"/>
              <a:gd name="connsiteX42" fmla="*/ 5679997 w 5861642"/>
              <a:gd name="connsiteY42" fmla="*/ 3665756 h 7919265"/>
              <a:gd name="connsiteX43" fmla="*/ 5670612 w 5861642"/>
              <a:gd name="connsiteY43" fmla="*/ 3727201 h 7919265"/>
              <a:gd name="connsiteX44" fmla="*/ 5646783 w 5861642"/>
              <a:gd name="connsiteY44" fmla="*/ 4090075 h 7919265"/>
              <a:gd name="connsiteX45" fmla="*/ 5607588 w 5861642"/>
              <a:gd name="connsiteY45" fmla="*/ 4783566 h 7919265"/>
              <a:gd name="connsiteX46" fmla="*/ 5598814 w 5861642"/>
              <a:gd name="connsiteY46" fmla="*/ 5036288 h 7919265"/>
              <a:gd name="connsiteX47" fmla="*/ 5515806 w 5861642"/>
              <a:gd name="connsiteY47" fmla="*/ 6483795 h 7919265"/>
              <a:gd name="connsiteX48" fmla="*/ 5510305 w 5861642"/>
              <a:gd name="connsiteY48" fmla="*/ 6577332 h 7919265"/>
              <a:gd name="connsiteX49" fmla="*/ 5511780 w 5861642"/>
              <a:gd name="connsiteY49" fmla="*/ 6587223 h 7919265"/>
              <a:gd name="connsiteX50" fmla="*/ 5510197 w 5861642"/>
              <a:gd name="connsiteY50" fmla="*/ 6670719 h 7919265"/>
              <a:gd name="connsiteX51" fmla="*/ 5499832 w 5861642"/>
              <a:gd name="connsiteY51" fmla="*/ 6770108 h 7919265"/>
              <a:gd name="connsiteX52" fmla="*/ 5498316 w 5861642"/>
              <a:gd name="connsiteY52" fmla="*/ 6781200 h 7919265"/>
              <a:gd name="connsiteX53" fmla="*/ 5497062 w 5861642"/>
              <a:gd name="connsiteY53" fmla="*/ 6802542 h 7919265"/>
              <a:gd name="connsiteX54" fmla="*/ 5499947 w 5861642"/>
              <a:gd name="connsiteY54" fmla="*/ 6820932 h 7919265"/>
              <a:gd name="connsiteX55" fmla="*/ 5494409 w 5861642"/>
              <a:gd name="connsiteY55" fmla="*/ 6847760 h 7919265"/>
              <a:gd name="connsiteX56" fmla="*/ 5486503 w 5861642"/>
              <a:gd name="connsiteY56" fmla="*/ 6982763 h 7919265"/>
              <a:gd name="connsiteX57" fmla="*/ 5452061 w 5861642"/>
              <a:gd name="connsiteY57" fmla="*/ 7583356 h 7919265"/>
              <a:gd name="connsiteX58" fmla="*/ 5458843 w 5861642"/>
              <a:gd name="connsiteY58" fmla="*/ 7628844 h 7919265"/>
              <a:gd name="connsiteX59" fmla="*/ 5457259 w 5861642"/>
              <a:gd name="connsiteY59" fmla="*/ 7712341 h 7919265"/>
              <a:gd name="connsiteX60" fmla="*/ 5443236 w 5861642"/>
              <a:gd name="connsiteY60" fmla="*/ 7838503 h 7919265"/>
              <a:gd name="connsiteX61" fmla="*/ 5447010 w 5861642"/>
              <a:gd name="connsiteY61" fmla="*/ 7862553 h 7919265"/>
              <a:gd name="connsiteX62" fmla="*/ 5432854 w 5861642"/>
              <a:gd name="connsiteY62" fmla="*/ 7919237 h 7919265"/>
              <a:gd name="connsiteX63" fmla="*/ 397307 w 5861642"/>
              <a:gd name="connsiteY63" fmla="*/ 7606085 h 7919265"/>
              <a:gd name="connsiteX64" fmla="*/ 0 w 5861642"/>
              <a:gd name="connsiteY64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98460 w 5861642"/>
              <a:gd name="connsiteY40" fmla="*/ 3452640 h 7919265"/>
              <a:gd name="connsiteX41" fmla="*/ 5688292 w 5861642"/>
              <a:gd name="connsiteY41" fmla="*/ 3569167 h 7919265"/>
              <a:gd name="connsiteX42" fmla="*/ 5679997 w 5861642"/>
              <a:gd name="connsiteY42" fmla="*/ 3665756 h 7919265"/>
              <a:gd name="connsiteX43" fmla="*/ 5670612 w 5861642"/>
              <a:gd name="connsiteY43" fmla="*/ 3727201 h 7919265"/>
              <a:gd name="connsiteX44" fmla="*/ 5607588 w 5861642"/>
              <a:gd name="connsiteY44" fmla="*/ 4783566 h 7919265"/>
              <a:gd name="connsiteX45" fmla="*/ 5598814 w 5861642"/>
              <a:gd name="connsiteY45" fmla="*/ 5036288 h 7919265"/>
              <a:gd name="connsiteX46" fmla="*/ 5515806 w 5861642"/>
              <a:gd name="connsiteY46" fmla="*/ 6483795 h 7919265"/>
              <a:gd name="connsiteX47" fmla="*/ 5510305 w 5861642"/>
              <a:gd name="connsiteY47" fmla="*/ 6577332 h 7919265"/>
              <a:gd name="connsiteX48" fmla="*/ 5511780 w 5861642"/>
              <a:gd name="connsiteY48" fmla="*/ 6587223 h 7919265"/>
              <a:gd name="connsiteX49" fmla="*/ 5510197 w 5861642"/>
              <a:gd name="connsiteY49" fmla="*/ 6670719 h 7919265"/>
              <a:gd name="connsiteX50" fmla="*/ 5499832 w 5861642"/>
              <a:gd name="connsiteY50" fmla="*/ 6770108 h 7919265"/>
              <a:gd name="connsiteX51" fmla="*/ 5498316 w 5861642"/>
              <a:gd name="connsiteY51" fmla="*/ 6781200 h 7919265"/>
              <a:gd name="connsiteX52" fmla="*/ 5497062 w 5861642"/>
              <a:gd name="connsiteY52" fmla="*/ 6802542 h 7919265"/>
              <a:gd name="connsiteX53" fmla="*/ 5499947 w 5861642"/>
              <a:gd name="connsiteY53" fmla="*/ 6820932 h 7919265"/>
              <a:gd name="connsiteX54" fmla="*/ 5494409 w 5861642"/>
              <a:gd name="connsiteY54" fmla="*/ 6847760 h 7919265"/>
              <a:gd name="connsiteX55" fmla="*/ 5486503 w 5861642"/>
              <a:gd name="connsiteY55" fmla="*/ 6982763 h 7919265"/>
              <a:gd name="connsiteX56" fmla="*/ 5452061 w 5861642"/>
              <a:gd name="connsiteY56" fmla="*/ 7583356 h 7919265"/>
              <a:gd name="connsiteX57" fmla="*/ 5458843 w 5861642"/>
              <a:gd name="connsiteY57" fmla="*/ 7628844 h 7919265"/>
              <a:gd name="connsiteX58" fmla="*/ 5457259 w 5861642"/>
              <a:gd name="connsiteY58" fmla="*/ 7712341 h 7919265"/>
              <a:gd name="connsiteX59" fmla="*/ 5443236 w 5861642"/>
              <a:gd name="connsiteY59" fmla="*/ 7838503 h 7919265"/>
              <a:gd name="connsiteX60" fmla="*/ 5447010 w 5861642"/>
              <a:gd name="connsiteY60" fmla="*/ 7862553 h 7919265"/>
              <a:gd name="connsiteX61" fmla="*/ 5432854 w 5861642"/>
              <a:gd name="connsiteY61" fmla="*/ 7919237 h 7919265"/>
              <a:gd name="connsiteX62" fmla="*/ 397307 w 5861642"/>
              <a:gd name="connsiteY62" fmla="*/ 7606085 h 7919265"/>
              <a:gd name="connsiteX63" fmla="*/ 0 w 5861642"/>
              <a:gd name="connsiteY63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98460 w 5861642"/>
              <a:gd name="connsiteY40" fmla="*/ 3452640 h 7919265"/>
              <a:gd name="connsiteX41" fmla="*/ 5688292 w 5861642"/>
              <a:gd name="connsiteY41" fmla="*/ 3569167 h 7919265"/>
              <a:gd name="connsiteX42" fmla="*/ 5679997 w 5861642"/>
              <a:gd name="connsiteY42" fmla="*/ 3665756 h 7919265"/>
              <a:gd name="connsiteX43" fmla="*/ 5670612 w 5861642"/>
              <a:gd name="connsiteY43" fmla="*/ 3727201 h 7919265"/>
              <a:gd name="connsiteX44" fmla="*/ 5598814 w 5861642"/>
              <a:gd name="connsiteY44" fmla="*/ 5036288 h 7919265"/>
              <a:gd name="connsiteX45" fmla="*/ 5515806 w 5861642"/>
              <a:gd name="connsiteY45" fmla="*/ 6483795 h 7919265"/>
              <a:gd name="connsiteX46" fmla="*/ 5510305 w 5861642"/>
              <a:gd name="connsiteY46" fmla="*/ 6577332 h 7919265"/>
              <a:gd name="connsiteX47" fmla="*/ 5511780 w 5861642"/>
              <a:gd name="connsiteY47" fmla="*/ 6587223 h 7919265"/>
              <a:gd name="connsiteX48" fmla="*/ 5510197 w 5861642"/>
              <a:gd name="connsiteY48" fmla="*/ 6670719 h 7919265"/>
              <a:gd name="connsiteX49" fmla="*/ 5499832 w 5861642"/>
              <a:gd name="connsiteY49" fmla="*/ 6770108 h 7919265"/>
              <a:gd name="connsiteX50" fmla="*/ 5498316 w 5861642"/>
              <a:gd name="connsiteY50" fmla="*/ 6781200 h 7919265"/>
              <a:gd name="connsiteX51" fmla="*/ 5497062 w 5861642"/>
              <a:gd name="connsiteY51" fmla="*/ 6802542 h 7919265"/>
              <a:gd name="connsiteX52" fmla="*/ 5499947 w 5861642"/>
              <a:gd name="connsiteY52" fmla="*/ 6820932 h 7919265"/>
              <a:gd name="connsiteX53" fmla="*/ 5494409 w 5861642"/>
              <a:gd name="connsiteY53" fmla="*/ 6847760 h 7919265"/>
              <a:gd name="connsiteX54" fmla="*/ 5486503 w 5861642"/>
              <a:gd name="connsiteY54" fmla="*/ 6982763 h 7919265"/>
              <a:gd name="connsiteX55" fmla="*/ 5452061 w 5861642"/>
              <a:gd name="connsiteY55" fmla="*/ 7583356 h 7919265"/>
              <a:gd name="connsiteX56" fmla="*/ 5458843 w 5861642"/>
              <a:gd name="connsiteY56" fmla="*/ 7628844 h 7919265"/>
              <a:gd name="connsiteX57" fmla="*/ 5457259 w 5861642"/>
              <a:gd name="connsiteY57" fmla="*/ 7712341 h 7919265"/>
              <a:gd name="connsiteX58" fmla="*/ 5443236 w 5861642"/>
              <a:gd name="connsiteY58" fmla="*/ 7838503 h 7919265"/>
              <a:gd name="connsiteX59" fmla="*/ 5447010 w 5861642"/>
              <a:gd name="connsiteY59" fmla="*/ 7862553 h 7919265"/>
              <a:gd name="connsiteX60" fmla="*/ 5432854 w 5861642"/>
              <a:gd name="connsiteY60" fmla="*/ 7919237 h 7919265"/>
              <a:gd name="connsiteX61" fmla="*/ 397307 w 5861642"/>
              <a:gd name="connsiteY61" fmla="*/ 7606085 h 7919265"/>
              <a:gd name="connsiteX62" fmla="*/ 0 w 5861642"/>
              <a:gd name="connsiteY62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98460 w 5861642"/>
              <a:gd name="connsiteY40" fmla="*/ 3452640 h 7919265"/>
              <a:gd name="connsiteX41" fmla="*/ 5688292 w 5861642"/>
              <a:gd name="connsiteY41" fmla="*/ 3569167 h 7919265"/>
              <a:gd name="connsiteX42" fmla="*/ 5679997 w 5861642"/>
              <a:gd name="connsiteY42" fmla="*/ 3665756 h 7919265"/>
              <a:gd name="connsiteX43" fmla="*/ 5670612 w 5861642"/>
              <a:gd name="connsiteY43" fmla="*/ 3727201 h 7919265"/>
              <a:gd name="connsiteX44" fmla="*/ 5515806 w 5861642"/>
              <a:gd name="connsiteY44" fmla="*/ 6483795 h 7919265"/>
              <a:gd name="connsiteX45" fmla="*/ 5510305 w 5861642"/>
              <a:gd name="connsiteY45" fmla="*/ 6577332 h 7919265"/>
              <a:gd name="connsiteX46" fmla="*/ 5511780 w 5861642"/>
              <a:gd name="connsiteY46" fmla="*/ 6587223 h 7919265"/>
              <a:gd name="connsiteX47" fmla="*/ 5510197 w 5861642"/>
              <a:gd name="connsiteY47" fmla="*/ 6670719 h 7919265"/>
              <a:gd name="connsiteX48" fmla="*/ 5499832 w 5861642"/>
              <a:gd name="connsiteY48" fmla="*/ 6770108 h 7919265"/>
              <a:gd name="connsiteX49" fmla="*/ 5498316 w 5861642"/>
              <a:gd name="connsiteY49" fmla="*/ 6781200 h 7919265"/>
              <a:gd name="connsiteX50" fmla="*/ 5497062 w 5861642"/>
              <a:gd name="connsiteY50" fmla="*/ 6802542 h 7919265"/>
              <a:gd name="connsiteX51" fmla="*/ 5499947 w 5861642"/>
              <a:gd name="connsiteY51" fmla="*/ 6820932 h 7919265"/>
              <a:gd name="connsiteX52" fmla="*/ 5494409 w 5861642"/>
              <a:gd name="connsiteY52" fmla="*/ 6847760 h 7919265"/>
              <a:gd name="connsiteX53" fmla="*/ 5486503 w 5861642"/>
              <a:gd name="connsiteY53" fmla="*/ 6982763 h 7919265"/>
              <a:gd name="connsiteX54" fmla="*/ 5452061 w 5861642"/>
              <a:gd name="connsiteY54" fmla="*/ 7583356 h 7919265"/>
              <a:gd name="connsiteX55" fmla="*/ 5458843 w 5861642"/>
              <a:gd name="connsiteY55" fmla="*/ 7628844 h 7919265"/>
              <a:gd name="connsiteX56" fmla="*/ 5457259 w 5861642"/>
              <a:gd name="connsiteY56" fmla="*/ 7712341 h 7919265"/>
              <a:gd name="connsiteX57" fmla="*/ 5443236 w 5861642"/>
              <a:gd name="connsiteY57" fmla="*/ 7838503 h 7919265"/>
              <a:gd name="connsiteX58" fmla="*/ 5447010 w 5861642"/>
              <a:gd name="connsiteY58" fmla="*/ 7862553 h 7919265"/>
              <a:gd name="connsiteX59" fmla="*/ 5432854 w 5861642"/>
              <a:gd name="connsiteY59" fmla="*/ 7919237 h 7919265"/>
              <a:gd name="connsiteX60" fmla="*/ 397307 w 5861642"/>
              <a:gd name="connsiteY60" fmla="*/ 7606085 h 7919265"/>
              <a:gd name="connsiteX61" fmla="*/ 0 w 5861642"/>
              <a:gd name="connsiteY61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88292 w 5861642"/>
              <a:gd name="connsiteY40" fmla="*/ 3569167 h 7919265"/>
              <a:gd name="connsiteX41" fmla="*/ 5679997 w 5861642"/>
              <a:gd name="connsiteY41" fmla="*/ 3665756 h 7919265"/>
              <a:gd name="connsiteX42" fmla="*/ 5670612 w 5861642"/>
              <a:gd name="connsiteY42" fmla="*/ 3727201 h 7919265"/>
              <a:gd name="connsiteX43" fmla="*/ 5515806 w 5861642"/>
              <a:gd name="connsiteY43" fmla="*/ 6483795 h 7919265"/>
              <a:gd name="connsiteX44" fmla="*/ 5510305 w 5861642"/>
              <a:gd name="connsiteY44" fmla="*/ 6577332 h 7919265"/>
              <a:gd name="connsiteX45" fmla="*/ 5511780 w 5861642"/>
              <a:gd name="connsiteY45" fmla="*/ 6587223 h 7919265"/>
              <a:gd name="connsiteX46" fmla="*/ 5510197 w 5861642"/>
              <a:gd name="connsiteY46" fmla="*/ 6670719 h 7919265"/>
              <a:gd name="connsiteX47" fmla="*/ 5499832 w 5861642"/>
              <a:gd name="connsiteY47" fmla="*/ 6770108 h 7919265"/>
              <a:gd name="connsiteX48" fmla="*/ 5498316 w 5861642"/>
              <a:gd name="connsiteY48" fmla="*/ 6781200 h 7919265"/>
              <a:gd name="connsiteX49" fmla="*/ 5497062 w 5861642"/>
              <a:gd name="connsiteY49" fmla="*/ 6802542 h 7919265"/>
              <a:gd name="connsiteX50" fmla="*/ 5499947 w 5861642"/>
              <a:gd name="connsiteY50" fmla="*/ 6820932 h 7919265"/>
              <a:gd name="connsiteX51" fmla="*/ 5494409 w 5861642"/>
              <a:gd name="connsiteY51" fmla="*/ 6847760 h 7919265"/>
              <a:gd name="connsiteX52" fmla="*/ 5486503 w 5861642"/>
              <a:gd name="connsiteY52" fmla="*/ 6982763 h 7919265"/>
              <a:gd name="connsiteX53" fmla="*/ 5452061 w 5861642"/>
              <a:gd name="connsiteY53" fmla="*/ 7583356 h 7919265"/>
              <a:gd name="connsiteX54" fmla="*/ 5458843 w 5861642"/>
              <a:gd name="connsiteY54" fmla="*/ 7628844 h 7919265"/>
              <a:gd name="connsiteX55" fmla="*/ 5457259 w 5861642"/>
              <a:gd name="connsiteY55" fmla="*/ 7712341 h 7919265"/>
              <a:gd name="connsiteX56" fmla="*/ 5443236 w 5861642"/>
              <a:gd name="connsiteY56" fmla="*/ 7838503 h 7919265"/>
              <a:gd name="connsiteX57" fmla="*/ 5447010 w 5861642"/>
              <a:gd name="connsiteY57" fmla="*/ 7862553 h 7919265"/>
              <a:gd name="connsiteX58" fmla="*/ 5432854 w 5861642"/>
              <a:gd name="connsiteY58" fmla="*/ 7919237 h 7919265"/>
              <a:gd name="connsiteX59" fmla="*/ 397307 w 5861642"/>
              <a:gd name="connsiteY59" fmla="*/ 7606085 h 7919265"/>
              <a:gd name="connsiteX60" fmla="*/ 0 w 5861642"/>
              <a:gd name="connsiteY60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79997 w 5861642"/>
              <a:gd name="connsiteY40" fmla="*/ 3665756 h 7919265"/>
              <a:gd name="connsiteX41" fmla="*/ 5670612 w 5861642"/>
              <a:gd name="connsiteY41" fmla="*/ 3727201 h 7919265"/>
              <a:gd name="connsiteX42" fmla="*/ 5515806 w 5861642"/>
              <a:gd name="connsiteY42" fmla="*/ 6483795 h 7919265"/>
              <a:gd name="connsiteX43" fmla="*/ 5510305 w 5861642"/>
              <a:gd name="connsiteY43" fmla="*/ 6577332 h 7919265"/>
              <a:gd name="connsiteX44" fmla="*/ 5511780 w 5861642"/>
              <a:gd name="connsiteY44" fmla="*/ 6587223 h 7919265"/>
              <a:gd name="connsiteX45" fmla="*/ 5510197 w 5861642"/>
              <a:gd name="connsiteY45" fmla="*/ 6670719 h 7919265"/>
              <a:gd name="connsiteX46" fmla="*/ 5499832 w 5861642"/>
              <a:gd name="connsiteY46" fmla="*/ 6770108 h 7919265"/>
              <a:gd name="connsiteX47" fmla="*/ 5498316 w 5861642"/>
              <a:gd name="connsiteY47" fmla="*/ 6781200 h 7919265"/>
              <a:gd name="connsiteX48" fmla="*/ 5497062 w 5861642"/>
              <a:gd name="connsiteY48" fmla="*/ 6802542 h 7919265"/>
              <a:gd name="connsiteX49" fmla="*/ 5499947 w 5861642"/>
              <a:gd name="connsiteY49" fmla="*/ 6820932 h 7919265"/>
              <a:gd name="connsiteX50" fmla="*/ 5494409 w 5861642"/>
              <a:gd name="connsiteY50" fmla="*/ 6847760 h 7919265"/>
              <a:gd name="connsiteX51" fmla="*/ 5486503 w 5861642"/>
              <a:gd name="connsiteY51" fmla="*/ 6982763 h 7919265"/>
              <a:gd name="connsiteX52" fmla="*/ 5452061 w 5861642"/>
              <a:gd name="connsiteY52" fmla="*/ 7583356 h 7919265"/>
              <a:gd name="connsiteX53" fmla="*/ 5458843 w 5861642"/>
              <a:gd name="connsiteY53" fmla="*/ 7628844 h 7919265"/>
              <a:gd name="connsiteX54" fmla="*/ 5457259 w 5861642"/>
              <a:gd name="connsiteY54" fmla="*/ 7712341 h 7919265"/>
              <a:gd name="connsiteX55" fmla="*/ 5443236 w 5861642"/>
              <a:gd name="connsiteY55" fmla="*/ 7838503 h 7919265"/>
              <a:gd name="connsiteX56" fmla="*/ 5447010 w 5861642"/>
              <a:gd name="connsiteY56" fmla="*/ 7862553 h 7919265"/>
              <a:gd name="connsiteX57" fmla="*/ 5432854 w 5861642"/>
              <a:gd name="connsiteY57" fmla="*/ 7919237 h 7919265"/>
              <a:gd name="connsiteX58" fmla="*/ 397307 w 5861642"/>
              <a:gd name="connsiteY58" fmla="*/ 7606085 h 7919265"/>
              <a:gd name="connsiteX59" fmla="*/ 0 w 5861642"/>
              <a:gd name="connsiteY59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670612 w 5861642"/>
              <a:gd name="connsiteY40" fmla="*/ 3727201 h 7919265"/>
              <a:gd name="connsiteX41" fmla="*/ 5515806 w 5861642"/>
              <a:gd name="connsiteY41" fmla="*/ 6483795 h 7919265"/>
              <a:gd name="connsiteX42" fmla="*/ 5510305 w 5861642"/>
              <a:gd name="connsiteY42" fmla="*/ 6577332 h 7919265"/>
              <a:gd name="connsiteX43" fmla="*/ 5511780 w 5861642"/>
              <a:gd name="connsiteY43" fmla="*/ 6587223 h 7919265"/>
              <a:gd name="connsiteX44" fmla="*/ 5510197 w 5861642"/>
              <a:gd name="connsiteY44" fmla="*/ 6670719 h 7919265"/>
              <a:gd name="connsiteX45" fmla="*/ 5499832 w 5861642"/>
              <a:gd name="connsiteY45" fmla="*/ 6770108 h 7919265"/>
              <a:gd name="connsiteX46" fmla="*/ 5498316 w 5861642"/>
              <a:gd name="connsiteY46" fmla="*/ 6781200 h 7919265"/>
              <a:gd name="connsiteX47" fmla="*/ 5497062 w 5861642"/>
              <a:gd name="connsiteY47" fmla="*/ 6802542 h 7919265"/>
              <a:gd name="connsiteX48" fmla="*/ 5499947 w 5861642"/>
              <a:gd name="connsiteY48" fmla="*/ 6820932 h 7919265"/>
              <a:gd name="connsiteX49" fmla="*/ 5494409 w 5861642"/>
              <a:gd name="connsiteY49" fmla="*/ 6847760 h 7919265"/>
              <a:gd name="connsiteX50" fmla="*/ 5486503 w 5861642"/>
              <a:gd name="connsiteY50" fmla="*/ 6982763 h 7919265"/>
              <a:gd name="connsiteX51" fmla="*/ 5452061 w 5861642"/>
              <a:gd name="connsiteY51" fmla="*/ 7583356 h 7919265"/>
              <a:gd name="connsiteX52" fmla="*/ 5458843 w 5861642"/>
              <a:gd name="connsiteY52" fmla="*/ 7628844 h 7919265"/>
              <a:gd name="connsiteX53" fmla="*/ 5457259 w 5861642"/>
              <a:gd name="connsiteY53" fmla="*/ 7712341 h 7919265"/>
              <a:gd name="connsiteX54" fmla="*/ 5443236 w 5861642"/>
              <a:gd name="connsiteY54" fmla="*/ 7838503 h 7919265"/>
              <a:gd name="connsiteX55" fmla="*/ 5447010 w 5861642"/>
              <a:gd name="connsiteY55" fmla="*/ 7862553 h 7919265"/>
              <a:gd name="connsiteX56" fmla="*/ 5432854 w 5861642"/>
              <a:gd name="connsiteY56" fmla="*/ 7919237 h 7919265"/>
              <a:gd name="connsiteX57" fmla="*/ 397307 w 5861642"/>
              <a:gd name="connsiteY57" fmla="*/ 7606085 h 7919265"/>
              <a:gd name="connsiteX58" fmla="*/ 0 w 5861642"/>
              <a:gd name="connsiteY58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689148 w 5861642"/>
              <a:gd name="connsiteY39" fmla="*/ 3349428 h 7919265"/>
              <a:gd name="connsiteX40" fmla="*/ 5515806 w 5861642"/>
              <a:gd name="connsiteY40" fmla="*/ 6483795 h 7919265"/>
              <a:gd name="connsiteX41" fmla="*/ 5510305 w 5861642"/>
              <a:gd name="connsiteY41" fmla="*/ 6577332 h 7919265"/>
              <a:gd name="connsiteX42" fmla="*/ 5511780 w 5861642"/>
              <a:gd name="connsiteY42" fmla="*/ 6587223 h 7919265"/>
              <a:gd name="connsiteX43" fmla="*/ 5510197 w 5861642"/>
              <a:gd name="connsiteY43" fmla="*/ 6670719 h 7919265"/>
              <a:gd name="connsiteX44" fmla="*/ 5499832 w 5861642"/>
              <a:gd name="connsiteY44" fmla="*/ 6770108 h 7919265"/>
              <a:gd name="connsiteX45" fmla="*/ 5498316 w 5861642"/>
              <a:gd name="connsiteY45" fmla="*/ 6781200 h 7919265"/>
              <a:gd name="connsiteX46" fmla="*/ 5497062 w 5861642"/>
              <a:gd name="connsiteY46" fmla="*/ 6802542 h 7919265"/>
              <a:gd name="connsiteX47" fmla="*/ 5499947 w 5861642"/>
              <a:gd name="connsiteY47" fmla="*/ 6820932 h 7919265"/>
              <a:gd name="connsiteX48" fmla="*/ 5494409 w 5861642"/>
              <a:gd name="connsiteY48" fmla="*/ 6847760 h 7919265"/>
              <a:gd name="connsiteX49" fmla="*/ 5486503 w 5861642"/>
              <a:gd name="connsiteY49" fmla="*/ 6982763 h 7919265"/>
              <a:gd name="connsiteX50" fmla="*/ 5452061 w 5861642"/>
              <a:gd name="connsiteY50" fmla="*/ 7583356 h 7919265"/>
              <a:gd name="connsiteX51" fmla="*/ 5458843 w 5861642"/>
              <a:gd name="connsiteY51" fmla="*/ 7628844 h 7919265"/>
              <a:gd name="connsiteX52" fmla="*/ 5457259 w 5861642"/>
              <a:gd name="connsiteY52" fmla="*/ 7712341 h 7919265"/>
              <a:gd name="connsiteX53" fmla="*/ 5443236 w 5861642"/>
              <a:gd name="connsiteY53" fmla="*/ 7838503 h 7919265"/>
              <a:gd name="connsiteX54" fmla="*/ 5447010 w 5861642"/>
              <a:gd name="connsiteY54" fmla="*/ 7862553 h 7919265"/>
              <a:gd name="connsiteX55" fmla="*/ 5432854 w 5861642"/>
              <a:gd name="connsiteY55" fmla="*/ 7919237 h 7919265"/>
              <a:gd name="connsiteX56" fmla="*/ 397307 w 5861642"/>
              <a:gd name="connsiteY56" fmla="*/ 7606085 h 7919265"/>
              <a:gd name="connsiteX57" fmla="*/ 0 w 5861642"/>
              <a:gd name="connsiteY57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701519 w 5861642"/>
              <a:gd name="connsiteY38" fmla="*/ 3191820 h 7919265"/>
              <a:gd name="connsiteX39" fmla="*/ 5515806 w 5861642"/>
              <a:gd name="connsiteY39" fmla="*/ 6483795 h 7919265"/>
              <a:gd name="connsiteX40" fmla="*/ 5510305 w 5861642"/>
              <a:gd name="connsiteY40" fmla="*/ 6577332 h 7919265"/>
              <a:gd name="connsiteX41" fmla="*/ 5511780 w 5861642"/>
              <a:gd name="connsiteY41" fmla="*/ 6587223 h 7919265"/>
              <a:gd name="connsiteX42" fmla="*/ 5510197 w 5861642"/>
              <a:gd name="connsiteY42" fmla="*/ 6670719 h 7919265"/>
              <a:gd name="connsiteX43" fmla="*/ 5499832 w 5861642"/>
              <a:gd name="connsiteY43" fmla="*/ 6770108 h 7919265"/>
              <a:gd name="connsiteX44" fmla="*/ 5498316 w 5861642"/>
              <a:gd name="connsiteY44" fmla="*/ 6781200 h 7919265"/>
              <a:gd name="connsiteX45" fmla="*/ 5497062 w 5861642"/>
              <a:gd name="connsiteY45" fmla="*/ 6802542 h 7919265"/>
              <a:gd name="connsiteX46" fmla="*/ 5499947 w 5861642"/>
              <a:gd name="connsiteY46" fmla="*/ 6820932 h 7919265"/>
              <a:gd name="connsiteX47" fmla="*/ 5494409 w 5861642"/>
              <a:gd name="connsiteY47" fmla="*/ 6847760 h 7919265"/>
              <a:gd name="connsiteX48" fmla="*/ 5486503 w 5861642"/>
              <a:gd name="connsiteY48" fmla="*/ 6982763 h 7919265"/>
              <a:gd name="connsiteX49" fmla="*/ 5452061 w 5861642"/>
              <a:gd name="connsiteY49" fmla="*/ 7583356 h 7919265"/>
              <a:gd name="connsiteX50" fmla="*/ 5458843 w 5861642"/>
              <a:gd name="connsiteY50" fmla="*/ 7628844 h 7919265"/>
              <a:gd name="connsiteX51" fmla="*/ 5457259 w 5861642"/>
              <a:gd name="connsiteY51" fmla="*/ 7712341 h 7919265"/>
              <a:gd name="connsiteX52" fmla="*/ 5443236 w 5861642"/>
              <a:gd name="connsiteY52" fmla="*/ 7838503 h 7919265"/>
              <a:gd name="connsiteX53" fmla="*/ 5447010 w 5861642"/>
              <a:gd name="connsiteY53" fmla="*/ 7862553 h 7919265"/>
              <a:gd name="connsiteX54" fmla="*/ 5432854 w 5861642"/>
              <a:gd name="connsiteY54" fmla="*/ 7919237 h 7919265"/>
              <a:gd name="connsiteX55" fmla="*/ 397307 w 5861642"/>
              <a:gd name="connsiteY55" fmla="*/ 7606085 h 7919265"/>
              <a:gd name="connsiteX56" fmla="*/ 0 w 5861642"/>
              <a:gd name="connsiteY56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18561 w 5861642"/>
              <a:gd name="connsiteY36" fmla="*/ 3056469 h 7919265"/>
              <a:gd name="connsiteX37" fmla="*/ 5704157 w 5861642"/>
              <a:gd name="connsiteY37" fmla="*/ 3191664 h 7919265"/>
              <a:gd name="connsiteX38" fmla="*/ 5515806 w 5861642"/>
              <a:gd name="connsiteY38" fmla="*/ 6483795 h 7919265"/>
              <a:gd name="connsiteX39" fmla="*/ 5510305 w 5861642"/>
              <a:gd name="connsiteY39" fmla="*/ 6577332 h 7919265"/>
              <a:gd name="connsiteX40" fmla="*/ 5511780 w 5861642"/>
              <a:gd name="connsiteY40" fmla="*/ 6587223 h 7919265"/>
              <a:gd name="connsiteX41" fmla="*/ 5510197 w 5861642"/>
              <a:gd name="connsiteY41" fmla="*/ 6670719 h 7919265"/>
              <a:gd name="connsiteX42" fmla="*/ 5499832 w 5861642"/>
              <a:gd name="connsiteY42" fmla="*/ 6770108 h 7919265"/>
              <a:gd name="connsiteX43" fmla="*/ 5498316 w 5861642"/>
              <a:gd name="connsiteY43" fmla="*/ 6781200 h 7919265"/>
              <a:gd name="connsiteX44" fmla="*/ 5497062 w 5861642"/>
              <a:gd name="connsiteY44" fmla="*/ 6802542 h 7919265"/>
              <a:gd name="connsiteX45" fmla="*/ 5499947 w 5861642"/>
              <a:gd name="connsiteY45" fmla="*/ 6820932 h 7919265"/>
              <a:gd name="connsiteX46" fmla="*/ 5494409 w 5861642"/>
              <a:gd name="connsiteY46" fmla="*/ 6847760 h 7919265"/>
              <a:gd name="connsiteX47" fmla="*/ 5486503 w 5861642"/>
              <a:gd name="connsiteY47" fmla="*/ 6982763 h 7919265"/>
              <a:gd name="connsiteX48" fmla="*/ 5452061 w 5861642"/>
              <a:gd name="connsiteY48" fmla="*/ 7583356 h 7919265"/>
              <a:gd name="connsiteX49" fmla="*/ 5458843 w 5861642"/>
              <a:gd name="connsiteY49" fmla="*/ 7628844 h 7919265"/>
              <a:gd name="connsiteX50" fmla="*/ 5457259 w 5861642"/>
              <a:gd name="connsiteY50" fmla="*/ 7712341 h 7919265"/>
              <a:gd name="connsiteX51" fmla="*/ 5443236 w 5861642"/>
              <a:gd name="connsiteY51" fmla="*/ 7838503 h 7919265"/>
              <a:gd name="connsiteX52" fmla="*/ 5447010 w 5861642"/>
              <a:gd name="connsiteY52" fmla="*/ 7862553 h 7919265"/>
              <a:gd name="connsiteX53" fmla="*/ 5432854 w 5861642"/>
              <a:gd name="connsiteY53" fmla="*/ 7919237 h 7919265"/>
              <a:gd name="connsiteX54" fmla="*/ 397307 w 5861642"/>
              <a:gd name="connsiteY54" fmla="*/ 7606085 h 7919265"/>
              <a:gd name="connsiteX55" fmla="*/ 0 w 5861642"/>
              <a:gd name="connsiteY55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704157 w 5861642"/>
              <a:gd name="connsiteY36" fmla="*/ 3191664 h 7919265"/>
              <a:gd name="connsiteX37" fmla="*/ 5515806 w 5861642"/>
              <a:gd name="connsiteY37" fmla="*/ 6483795 h 7919265"/>
              <a:gd name="connsiteX38" fmla="*/ 5510305 w 5861642"/>
              <a:gd name="connsiteY38" fmla="*/ 6577332 h 7919265"/>
              <a:gd name="connsiteX39" fmla="*/ 5511780 w 5861642"/>
              <a:gd name="connsiteY39" fmla="*/ 6587223 h 7919265"/>
              <a:gd name="connsiteX40" fmla="*/ 5510197 w 5861642"/>
              <a:gd name="connsiteY40" fmla="*/ 6670719 h 7919265"/>
              <a:gd name="connsiteX41" fmla="*/ 5499832 w 5861642"/>
              <a:gd name="connsiteY41" fmla="*/ 6770108 h 7919265"/>
              <a:gd name="connsiteX42" fmla="*/ 5498316 w 5861642"/>
              <a:gd name="connsiteY42" fmla="*/ 6781200 h 7919265"/>
              <a:gd name="connsiteX43" fmla="*/ 5497062 w 5861642"/>
              <a:gd name="connsiteY43" fmla="*/ 6802542 h 7919265"/>
              <a:gd name="connsiteX44" fmla="*/ 5499947 w 5861642"/>
              <a:gd name="connsiteY44" fmla="*/ 6820932 h 7919265"/>
              <a:gd name="connsiteX45" fmla="*/ 5494409 w 5861642"/>
              <a:gd name="connsiteY45" fmla="*/ 6847760 h 7919265"/>
              <a:gd name="connsiteX46" fmla="*/ 5486503 w 5861642"/>
              <a:gd name="connsiteY46" fmla="*/ 6982763 h 7919265"/>
              <a:gd name="connsiteX47" fmla="*/ 5452061 w 5861642"/>
              <a:gd name="connsiteY47" fmla="*/ 7583356 h 7919265"/>
              <a:gd name="connsiteX48" fmla="*/ 5458843 w 5861642"/>
              <a:gd name="connsiteY48" fmla="*/ 7628844 h 7919265"/>
              <a:gd name="connsiteX49" fmla="*/ 5457259 w 5861642"/>
              <a:gd name="connsiteY49" fmla="*/ 7712341 h 7919265"/>
              <a:gd name="connsiteX50" fmla="*/ 5443236 w 5861642"/>
              <a:gd name="connsiteY50" fmla="*/ 7838503 h 7919265"/>
              <a:gd name="connsiteX51" fmla="*/ 5447010 w 5861642"/>
              <a:gd name="connsiteY51" fmla="*/ 7862553 h 7919265"/>
              <a:gd name="connsiteX52" fmla="*/ 5432854 w 5861642"/>
              <a:gd name="connsiteY52" fmla="*/ 7919237 h 7919265"/>
              <a:gd name="connsiteX53" fmla="*/ 397307 w 5861642"/>
              <a:gd name="connsiteY53" fmla="*/ 7606085 h 7919265"/>
              <a:gd name="connsiteX54" fmla="*/ 0 w 5861642"/>
              <a:gd name="connsiteY54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515806 w 5861642"/>
              <a:gd name="connsiteY36" fmla="*/ 6483795 h 7919265"/>
              <a:gd name="connsiteX37" fmla="*/ 5510305 w 5861642"/>
              <a:gd name="connsiteY37" fmla="*/ 6577332 h 7919265"/>
              <a:gd name="connsiteX38" fmla="*/ 5511780 w 5861642"/>
              <a:gd name="connsiteY38" fmla="*/ 6587223 h 7919265"/>
              <a:gd name="connsiteX39" fmla="*/ 5510197 w 5861642"/>
              <a:gd name="connsiteY39" fmla="*/ 6670719 h 7919265"/>
              <a:gd name="connsiteX40" fmla="*/ 5499832 w 5861642"/>
              <a:gd name="connsiteY40" fmla="*/ 6770108 h 7919265"/>
              <a:gd name="connsiteX41" fmla="*/ 5498316 w 5861642"/>
              <a:gd name="connsiteY41" fmla="*/ 6781200 h 7919265"/>
              <a:gd name="connsiteX42" fmla="*/ 5497062 w 5861642"/>
              <a:gd name="connsiteY42" fmla="*/ 6802542 h 7919265"/>
              <a:gd name="connsiteX43" fmla="*/ 5499947 w 5861642"/>
              <a:gd name="connsiteY43" fmla="*/ 6820932 h 7919265"/>
              <a:gd name="connsiteX44" fmla="*/ 5494409 w 5861642"/>
              <a:gd name="connsiteY44" fmla="*/ 6847760 h 7919265"/>
              <a:gd name="connsiteX45" fmla="*/ 5486503 w 5861642"/>
              <a:gd name="connsiteY45" fmla="*/ 6982763 h 7919265"/>
              <a:gd name="connsiteX46" fmla="*/ 5452061 w 5861642"/>
              <a:gd name="connsiteY46" fmla="*/ 7583356 h 7919265"/>
              <a:gd name="connsiteX47" fmla="*/ 5458843 w 5861642"/>
              <a:gd name="connsiteY47" fmla="*/ 7628844 h 7919265"/>
              <a:gd name="connsiteX48" fmla="*/ 5457259 w 5861642"/>
              <a:gd name="connsiteY48" fmla="*/ 7712341 h 7919265"/>
              <a:gd name="connsiteX49" fmla="*/ 5443236 w 5861642"/>
              <a:gd name="connsiteY49" fmla="*/ 7838503 h 7919265"/>
              <a:gd name="connsiteX50" fmla="*/ 5447010 w 5861642"/>
              <a:gd name="connsiteY50" fmla="*/ 7862553 h 7919265"/>
              <a:gd name="connsiteX51" fmla="*/ 5432854 w 5861642"/>
              <a:gd name="connsiteY51" fmla="*/ 7919237 h 7919265"/>
              <a:gd name="connsiteX52" fmla="*/ 397307 w 5861642"/>
              <a:gd name="connsiteY52" fmla="*/ 7606085 h 7919265"/>
              <a:gd name="connsiteX53" fmla="*/ 0 w 5861642"/>
              <a:gd name="connsiteY53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510305 w 5861642"/>
              <a:gd name="connsiteY36" fmla="*/ 6577332 h 7919265"/>
              <a:gd name="connsiteX37" fmla="*/ 5511780 w 5861642"/>
              <a:gd name="connsiteY37" fmla="*/ 6587223 h 7919265"/>
              <a:gd name="connsiteX38" fmla="*/ 5510197 w 5861642"/>
              <a:gd name="connsiteY38" fmla="*/ 6670719 h 7919265"/>
              <a:gd name="connsiteX39" fmla="*/ 5499832 w 5861642"/>
              <a:gd name="connsiteY39" fmla="*/ 6770108 h 7919265"/>
              <a:gd name="connsiteX40" fmla="*/ 5498316 w 5861642"/>
              <a:gd name="connsiteY40" fmla="*/ 6781200 h 7919265"/>
              <a:gd name="connsiteX41" fmla="*/ 5497062 w 5861642"/>
              <a:gd name="connsiteY41" fmla="*/ 6802542 h 7919265"/>
              <a:gd name="connsiteX42" fmla="*/ 5499947 w 5861642"/>
              <a:gd name="connsiteY42" fmla="*/ 6820932 h 7919265"/>
              <a:gd name="connsiteX43" fmla="*/ 5494409 w 5861642"/>
              <a:gd name="connsiteY43" fmla="*/ 6847760 h 7919265"/>
              <a:gd name="connsiteX44" fmla="*/ 5486503 w 5861642"/>
              <a:gd name="connsiteY44" fmla="*/ 6982763 h 7919265"/>
              <a:gd name="connsiteX45" fmla="*/ 5452061 w 5861642"/>
              <a:gd name="connsiteY45" fmla="*/ 7583356 h 7919265"/>
              <a:gd name="connsiteX46" fmla="*/ 5458843 w 5861642"/>
              <a:gd name="connsiteY46" fmla="*/ 7628844 h 7919265"/>
              <a:gd name="connsiteX47" fmla="*/ 5457259 w 5861642"/>
              <a:gd name="connsiteY47" fmla="*/ 7712341 h 7919265"/>
              <a:gd name="connsiteX48" fmla="*/ 5443236 w 5861642"/>
              <a:gd name="connsiteY48" fmla="*/ 7838503 h 7919265"/>
              <a:gd name="connsiteX49" fmla="*/ 5447010 w 5861642"/>
              <a:gd name="connsiteY49" fmla="*/ 7862553 h 7919265"/>
              <a:gd name="connsiteX50" fmla="*/ 5432854 w 5861642"/>
              <a:gd name="connsiteY50" fmla="*/ 7919237 h 7919265"/>
              <a:gd name="connsiteX51" fmla="*/ 397307 w 5861642"/>
              <a:gd name="connsiteY51" fmla="*/ 7606085 h 7919265"/>
              <a:gd name="connsiteX52" fmla="*/ 0 w 5861642"/>
              <a:gd name="connsiteY52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510305 w 5861642"/>
              <a:gd name="connsiteY36" fmla="*/ 6577332 h 7919265"/>
              <a:gd name="connsiteX37" fmla="*/ 5510197 w 5861642"/>
              <a:gd name="connsiteY37" fmla="*/ 6670719 h 7919265"/>
              <a:gd name="connsiteX38" fmla="*/ 5499832 w 5861642"/>
              <a:gd name="connsiteY38" fmla="*/ 6770108 h 7919265"/>
              <a:gd name="connsiteX39" fmla="*/ 5498316 w 5861642"/>
              <a:gd name="connsiteY39" fmla="*/ 6781200 h 7919265"/>
              <a:gd name="connsiteX40" fmla="*/ 5497062 w 5861642"/>
              <a:gd name="connsiteY40" fmla="*/ 6802542 h 7919265"/>
              <a:gd name="connsiteX41" fmla="*/ 5499947 w 5861642"/>
              <a:gd name="connsiteY41" fmla="*/ 6820932 h 7919265"/>
              <a:gd name="connsiteX42" fmla="*/ 5494409 w 5861642"/>
              <a:gd name="connsiteY42" fmla="*/ 6847760 h 7919265"/>
              <a:gd name="connsiteX43" fmla="*/ 5486503 w 5861642"/>
              <a:gd name="connsiteY43" fmla="*/ 6982763 h 7919265"/>
              <a:gd name="connsiteX44" fmla="*/ 5452061 w 5861642"/>
              <a:gd name="connsiteY44" fmla="*/ 7583356 h 7919265"/>
              <a:gd name="connsiteX45" fmla="*/ 5458843 w 5861642"/>
              <a:gd name="connsiteY45" fmla="*/ 7628844 h 7919265"/>
              <a:gd name="connsiteX46" fmla="*/ 5457259 w 5861642"/>
              <a:gd name="connsiteY46" fmla="*/ 7712341 h 7919265"/>
              <a:gd name="connsiteX47" fmla="*/ 5443236 w 5861642"/>
              <a:gd name="connsiteY47" fmla="*/ 7838503 h 7919265"/>
              <a:gd name="connsiteX48" fmla="*/ 5447010 w 5861642"/>
              <a:gd name="connsiteY48" fmla="*/ 7862553 h 7919265"/>
              <a:gd name="connsiteX49" fmla="*/ 5432854 w 5861642"/>
              <a:gd name="connsiteY49" fmla="*/ 7919237 h 7919265"/>
              <a:gd name="connsiteX50" fmla="*/ 397307 w 5861642"/>
              <a:gd name="connsiteY50" fmla="*/ 7606085 h 7919265"/>
              <a:gd name="connsiteX51" fmla="*/ 0 w 5861642"/>
              <a:gd name="connsiteY51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737032 w 5861642"/>
              <a:gd name="connsiteY35" fmla="*/ 2967149 h 7919265"/>
              <a:gd name="connsiteX36" fmla="*/ 5510197 w 5861642"/>
              <a:gd name="connsiteY36" fmla="*/ 6670719 h 7919265"/>
              <a:gd name="connsiteX37" fmla="*/ 5499832 w 5861642"/>
              <a:gd name="connsiteY37" fmla="*/ 6770108 h 7919265"/>
              <a:gd name="connsiteX38" fmla="*/ 5498316 w 5861642"/>
              <a:gd name="connsiteY38" fmla="*/ 6781200 h 7919265"/>
              <a:gd name="connsiteX39" fmla="*/ 5497062 w 5861642"/>
              <a:gd name="connsiteY39" fmla="*/ 6802542 h 7919265"/>
              <a:gd name="connsiteX40" fmla="*/ 5499947 w 5861642"/>
              <a:gd name="connsiteY40" fmla="*/ 6820932 h 7919265"/>
              <a:gd name="connsiteX41" fmla="*/ 5494409 w 5861642"/>
              <a:gd name="connsiteY41" fmla="*/ 6847760 h 7919265"/>
              <a:gd name="connsiteX42" fmla="*/ 5486503 w 5861642"/>
              <a:gd name="connsiteY42" fmla="*/ 6982763 h 7919265"/>
              <a:gd name="connsiteX43" fmla="*/ 5452061 w 5861642"/>
              <a:gd name="connsiteY43" fmla="*/ 7583356 h 7919265"/>
              <a:gd name="connsiteX44" fmla="*/ 5458843 w 5861642"/>
              <a:gd name="connsiteY44" fmla="*/ 7628844 h 7919265"/>
              <a:gd name="connsiteX45" fmla="*/ 5457259 w 5861642"/>
              <a:gd name="connsiteY45" fmla="*/ 7712341 h 7919265"/>
              <a:gd name="connsiteX46" fmla="*/ 5443236 w 5861642"/>
              <a:gd name="connsiteY46" fmla="*/ 7838503 h 7919265"/>
              <a:gd name="connsiteX47" fmla="*/ 5447010 w 5861642"/>
              <a:gd name="connsiteY47" fmla="*/ 7862553 h 7919265"/>
              <a:gd name="connsiteX48" fmla="*/ 5432854 w 5861642"/>
              <a:gd name="connsiteY48" fmla="*/ 7919237 h 7919265"/>
              <a:gd name="connsiteX49" fmla="*/ 397307 w 5861642"/>
              <a:gd name="connsiteY49" fmla="*/ 7606085 h 7919265"/>
              <a:gd name="connsiteX50" fmla="*/ 0 w 5861642"/>
              <a:gd name="connsiteY50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743281 w 5861642"/>
              <a:gd name="connsiteY34" fmla="*/ 2953568 h 7919265"/>
              <a:gd name="connsiteX35" fmla="*/ 5510197 w 5861642"/>
              <a:gd name="connsiteY35" fmla="*/ 6670719 h 7919265"/>
              <a:gd name="connsiteX36" fmla="*/ 5499832 w 5861642"/>
              <a:gd name="connsiteY36" fmla="*/ 6770108 h 7919265"/>
              <a:gd name="connsiteX37" fmla="*/ 5498316 w 5861642"/>
              <a:gd name="connsiteY37" fmla="*/ 6781200 h 7919265"/>
              <a:gd name="connsiteX38" fmla="*/ 5497062 w 5861642"/>
              <a:gd name="connsiteY38" fmla="*/ 6802542 h 7919265"/>
              <a:gd name="connsiteX39" fmla="*/ 5499947 w 5861642"/>
              <a:gd name="connsiteY39" fmla="*/ 6820932 h 7919265"/>
              <a:gd name="connsiteX40" fmla="*/ 5494409 w 5861642"/>
              <a:gd name="connsiteY40" fmla="*/ 6847760 h 7919265"/>
              <a:gd name="connsiteX41" fmla="*/ 5486503 w 5861642"/>
              <a:gd name="connsiteY41" fmla="*/ 6982763 h 7919265"/>
              <a:gd name="connsiteX42" fmla="*/ 5452061 w 5861642"/>
              <a:gd name="connsiteY42" fmla="*/ 7583356 h 7919265"/>
              <a:gd name="connsiteX43" fmla="*/ 5458843 w 5861642"/>
              <a:gd name="connsiteY43" fmla="*/ 7628844 h 7919265"/>
              <a:gd name="connsiteX44" fmla="*/ 5457259 w 5861642"/>
              <a:gd name="connsiteY44" fmla="*/ 7712341 h 7919265"/>
              <a:gd name="connsiteX45" fmla="*/ 5443236 w 5861642"/>
              <a:gd name="connsiteY45" fmla="*/ 7838503 h 7919265"/>
              <a:gd name="connsiteX46" fmla="*/ 5447010 w 5861642"/>
              <a:gd name="connsiteY46" fmla="*/ 7862553 h 7919265"/>
              <a:gd name="connsiteX47" fmla="*/ 5432854 w 5861642"/>
              <a:gd name="connsiteY47" fmla="*/ 7919237 h 7919265"/>
              <a:gd name="connsiteX48" fmla="*/ 397307 w 5861642"/>
              <a:gd name="connsiteY48" fmla="*/ 7606085 h 7919265"/>
              <a:gd name="connsiteX49" fmla="*/ 0 w 5861642"/>
              <a:gd name="connsiteY49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742249 w 5861642"/>
              <a:gd name="connsiteY33" fmla="*/ 2859981 h 7919265"/>
              <a:gd name="connsiteX34" fmla="*/ 5510197 w 5861642"/>
              <a:gd name="connsiteY34" fmla="*/ 6670719 h 7919265"/>
              <a:gd name="connsiteX35" fmla="*/ 5499832 w 5861642"/>
              <a:gd name="connsiteY35" fmla="*/ 6770108 h 7919265"/>
              <a:gd name="connsiteX36" fmla="*/ 5498316 w 5861642"/>
              <a:gd name="connsiteY36" fmla="*/ 6781200 h 7919265"/>
              <a:gd name="connsiteX37" fmla="*/ 5497062 w 5861642"/>
              <a:gd name="connsiteY37" fmla="*/ 6802542 h 7919265"/>
              <a:gd name="connsiteX38" fmla="*/ 5499947 w 5861642"/>
              <a:gd name="connsiteY38" fmla="*/ 6820932 h 7919265"/>
              <a:gd name="connsiteX39" fmla="*/ 5494409 w 5861642"/>
              <a:gd name="connsiteY39" fmla="*/ 6847760 h 7919265"/>
              <a:gd name="connsiteX40" fmla="*/ 5486503 w 5861642"/>
              <a:gd name="connsiteY40" fmla="*/ 6982763 h 7919265"/>
              <a:gd name="connsiteX41" fmla="*/ 5452061 w 5861642"/>
              <a:gd name="connsiteY41" fmla="*/ 7583356 h 7919265"/>
              <a:gd name="connsiteX42" fmla="*/ 5458843 w 5861642"/>
              <a:gd name="connsiteY42" fmla="*/ 7628844 h 7919265"/>
              <a:gd name="connsiteX43" fmla="*/ 5457259 w 5861642"/>
              <a:gd name="connsiteY43" fmla="*/ 7712341 h 7919265"/>
              <a:gd name="connsiteX44" fmla="*/ 5443236 w 5861642"/>
              <a:gd name="connsiteY44" fmla="*/ 7838503 h 7919265"/>
              <a:gd name="connsiteX45" fmla="*/ 5447010 w 5861642"/>
              <a:gd name="connsiteY45" fmla="*/ 7862553 h 7919265"/>
              <a:gd name="connsiteX46" fmla="*/ 5432854 w 5861642"/>
              <a:gd name="connsiteY46" fmla="*/ 7919237 h 7919265"/>
              <a:gd name="connsiteX47" fmla="*/ 397307 w 5861642"/>
              <a:gd name="connsiteY47" fmla="*/ 7606085 h 7919265"/>
              <a:gd name="connsiteX48" fmla="*/ 0 w 5861642"/>
              <a:gd name="connsiteY48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510197 w 5861642"/>
              <a:gd name="connsiteY33" fmla="*/ 6670719 h 7919265"/>
              <a:gd name="connsiteX34" fmla="*/ 5499832 w 5861642"/>
              <a:gd name="connsiteY34" fmla="*/ 6770108 h 7919265"/>
              <a:gd name="connsiteX35" fmla="*/ 5498316 w 5861642"/>
              <a:gd name="connsiteY35" fmla="*/ 6781200 h 7919265"/>
              <a:gd name="connsiteX36" fmla="*/ 5497062 w 5861642"/>
              <a:gd name="connsiteY36" fmla="*/ 6802542 h 7919265"/>
              <a:gd name="connsiteX37" fmla="*/ 5499947 w 5861642"/>
              <a:gd name="connsiteY37" fmla="*/ 6820932 h 7919265"/>
              <a:gd name="connsiteX38" fmla="*/ 5494409 w 5861642"/>
              <a:gd name="connsiteY38" fmla="*/ 6847760 h 7919265"/>
              <a:gd name="connsiteX39" fmla="*/ 5486503 w 5861642"/>
              <a:gd name="connsiteY39" fmla="*/ 6982763 h 7919265"/>
              <a:gd name="connsiteX40" fmla="*/ 5452061 w 5861642"/>
              <a:gd name="connsiteY40" fmla="*/ 7583356 h 7919265"/>
              <a:gd name="connsiteX41" fmla="*/ 5458843 w 5861642"/>
              <a:gd name="connsiteY41" fmla="*/ 7628844 h 7919265"/>
              <a:gd name="connsiteX42" fmla="*/ 5457259 w 5861642"/>
              <a:gd name="connsiteY42" fmla="*/ 7712341 h 7919265"/>
              <a:gd name="connsiteX43" fmla="*/ 5443236 w 5861642"/>
              <a:gd name="connsiteY43" fmla="*/ 7838503 h 7919265"/>
              <a:gd name="connsiteX44" fmla="*/ 5447010 w 5861642"/>
              <a:gd name="connsiteY44" fmla="*/ 7862553 h 7919265"/>
              <a:gd name="connsiteX45" fmla="*/ 5432854 w 5861642"/>
              <a:gd name="connsiteY45" fmla="*/ 7919237 h 7919265"/>
              <a:gd name="connsiteX46" fmla="*/ 397307 w 5861642"/>
              <a:gd name="connsiteY46" fmla="*/ 7606085 h 7919265"/>
              <a:gd name="connsiteX47" fmla="*/ 0 w 5861642"/>
              <a:gd name="connsiteY47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22318 w 5861642"/>
              <a:gd name="connsiteY9" fmla="*/ 1018677 h 7919265"/>
              <a:gd name="connsiteX10" fmla="*/ 5809530 w 5861642"/>
              <a:gd name="connsiteY10" fmla="*/ 1196200 h 7919265"/>
              <a:gd name="connsiteX11" fmla="*/ 5812189 w 5861642"/>
              <a:gd name="connsiteY11" fmla="*/ 1197315 h 7919265"/>
              <a:gd name="connsiteX12" fmla="*/ 5817462 w 5861642"/>
              <a:gd name="connsiteY12" fmla="*/ 1242155 h 7919265"/>
              <a:gd name="connsiteX13" fmla="*/ 5811320 w 5861642"/>
              <a:gd name="connsiteY13" fmla="*/ 1364256 h 7919265"/>
              <a:gd name="connsiteX14" fmla="*/ 5811185 w 5861642"/>
              <a:gd name="connsiteY14" fmla="*/ 1436500 h 7919265"/>
              <a:gd name="connsiteX15" fmla="*/ 5816694 w 5861642"/>
              <a:gd name="connsiteY15" fmla="*/ 1462669 h 7919265"/>
              <a:gd name="connsiteX16" fmla="*/ 5818070 w 5861642"/>
              <a:gd name="connsiteY16" fmla="*/ 1637067 h 7919265"/>
              <a:gd name="connsiteX17" fmla="*/ 5811245 w 5861642"/>
              <a:gd name="connsiteY17" fmla="*/ 1696270 h 7919265"/>
              <a:gd name="connsiteX18" fmla="*/ 5795186 w 5861642"/>
              <a:gd name="connsiteY18" fmla="*/ 1818360 h 7919265"/>
              <a:gd name="connsiteX19" fmla="*/ 5796218 w 5861642"/>
              <a:gd name="connsiteY19" fmla="*/ 1911947 h 7919265"/>
              <a:gd name="connsiteX20" fmla="*/ 5789969 w 5861642"/>
              <a:gd name="connsiteY20" fmla="*/ 1925528 h 7919265"/>
              <a:gd name="connsiteX21" fmla="*/ 5771499 w 5861642"/>
              <a:gd name="connsiteY21" fmla="*/ 2014848 h 7919265"/>
              <a:gd name="connsiteX22" fmla="*/ 5767709 w 5861642"/>
              <a:gd name="connsiteY22" fmla="*/ 2045563 h 7919265"/>
              <a:gd name="connsiteX23" fmla="*/ 5767187 w 5861642"/>
              <a:gd name="connsiteY23" fmla="*/ 2054308 h 7919265"/>
              <a:gd name="connsiteX24" fmla="*/ 5769380 w 5861642"/>
              <a:gd name="connsiteY24" fmla="*/ 2060299 h 7919265"/>
              <a:gd name="connsiteX25" fmla="*/ 5756593 w 5861642"/>
              <a:gd name="connsiteY25" fmla="*/ 2237821 h 7919265"/>
              <a:gd name="connsiteX26" fmla="*/ 5759252 w 5861642"/>
              <a:gd name="connsiteY26" fmla="*/ 2238936 h 7919265"/>
              <a:gd name="connsiteX27" fmla="*/ 5764525 w 5861642"/>
              <a:gd name="connsiteY27" fmla="*/ 2283776 h 7919265"/>
              <a:gd name="connsiteX28" fmla="*/ 5758382 w 5861642"/>
              <a:gd name="connsiteY28" fmla="*/ 2405877 h 7919265"/>
              <a:gd name="connsiteX29" fmla="*/ 5758248 w 5861642"/>
              <a:gd name="connsiteY29" fmla="*/ 2478121 h 7919265"/>
              <a:gd name="connsiteX30" fmla="*/ 5763756 w 5861642"/>
              <a:gd name="connsiteY30" fmla="*/ 2504290 h 7919265"/>
              <a:gd name="connsiteX31" fmla="*/ 5765133 w 5861642"/>
              <a:gd name="connsiteY31" fmla="*/ 2678688 h 7919265"/>
              <a:gd name="connsiteX32" fmla="*/ 5758308 w 5861642"/>
              <a:gd name="connsiteY32" fmla="*/ 2737891 h 7919265"/>
              <a:gd name="connsiteX33" fmla="*/ 5499832 w 5861642"/>
              <a:gd name="connsiteY33" fmla="*/ 6770108 h 7919265"/>
              <a:gd name="connsiteX34" fmla="*/ 5498316 w 5861642"/>
              <a:gd name="connsiteY34" fmla="*/ 6781200 h 7919265"/>
              <a:gd name="connsiteX35" fmla="*/ 5497062 w 5861642"/>
              <a:gd name="connsiteY35" fmla="*/ 6802542 h 7919265"/>
              <a:gd name="connsiteX36" fmla="*/ 5499947 w 5861642"/>
              <a:gd name="connsiteY36" fmla="*/ 6820932 h 7919265"/>
              <a:gd name="connsiteX37" fmla="*/ 5494409 w 5861642"/>
              <a:gd name="connsiteY37" fmla="*/ 6847760 h 7919265"/>
              <a:gd name="connsiteX38" fmla="*/ 5486503 w 5861642"/>
              <a:gd name="connsiteY38" fmla="*/ 6982763 h 7919265"/>
              <a:gd name="connsiteX39" fmla="*/ 5452061 w 5861642"/>
              <a:gd name="connsiteY39" fmla="*/ 7583356 h 7919265"/>
              <a:gd name="connsiteX40" fmla="*/ 5458843 w 5861642"/>
              <a:gd name="connsiteY40" fmla="*/ 7628844 h 7919265"/>
              <a:gd name="connsiteX41" fmla="*/ 5457259 w 5861642"/>
              <a:gd name="connsiteY41" fmla="*/ 7712341 h 7919265"/>
              <a:gd name="connsiteX42" fmla="*/ 5443236 w 5861642"/>
              <a:gd name="connsiteY42" fmla="*/ 7838503 h 7919265"/>
              <a:gd name="connsiteX43" fmla="*/ 5447010 w 5861642"/>
              <a:gd name="connsiteY43" fmla="*/ 7862553 h 7919265"/>
              <a:gd name="connsiteX44" fmla="*/ 5432854 w 5861642"/>
              <a:gd name="connsiteY44" fmla="*/ 7919237 h 7919265"/>
              <a:gd name="connsiteX45" fmla="*/ 397307 w 5861642"/>
              <a:gd name="connsiteY45" fmla="*/ 7606085 h 7919265"/>
              <a:gd name="connsiteX46" fmla="*/ 0 w 5861642"/>
              <a:gd name="connsiteY46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20125 w 5861642"/>
              <a:gd name="connsiteY8" fmla="*/ 1012687 h 7919265"/>
              <a:gd name="connsiteX9" fmla="*/ 5809530 w 5861642"/>
              <a:gd name="connsiteY9" fmla="*/ 1196200 h 7919265"/>
              <a:gd name="connsiteX10" fmla="*/ 5812189 w 5861642"/>
              <a:gd name="connsiteY10" fmla="*/ 1197315 h 7919265"/>
              <a:gd name="connsiteX11" fmla="*/ 5817462 w 5861642"/>
              <a:gd name="connsiteY11" fmla="*/ 1242155 h 7919265"/>
              <a:gd name="connsiteX12" fmla="*/ 5811320 w 5861642"/>
              <a:gd name="connsiteY12" fmla="*/ 1364256 h 7919265"/>
              <a:gd name="connsiteX13" fmla="*/ 5811185 w 5861642"/>
              <a:gd name="connsiteY13" fmla="*/ 1436500 h 7919265"/>
              <a:gd name="connsiteX14" fmla="*/ 5816694 w 5861642"/>
              <a:gd name="connsiteY14" fmla="*/ 1462669 h 7919265"/>
              <a:gd name="connsiteX15" fmla="*/ 5818070 w 5861642"/>
              <a:gd name="connsiteY15" fmla="*/ 1637067 h 7919265"/>
              <a:gd name="connsiteX16" fmla="*/ 5811245 w 5861642"/>
              <a:gd name="connsiteY16" fmla="*/ 1696270 h 7919265"/>
              <a:gd name="connsiteX17" fmla="*/ 5795186 w 5861642"/>
              <a:gd name="connsiteY17" fmla="*/ 1818360 h 7919265"/>
              <a:gd name="connsiteX18" fmla="*/ 5796218 w 5861642"/>
              <a:gd name="connsiteY18" fmla="*/ 1911947 h 7919265"/>
              <a:gd name="connsiteX19" fmla="*/ 5789969 w 5861642"/>
              <a:gd name="connsiteY19" fmla="*/ 1925528 h 7919265"/>
              <a:gd name="connsiteX20" fmla="*/ 5771499 w 5861642"/>
              <a:gd name="connsiteY20" fmla="*/ 2014848 h 7919265"/>
              <a:gd name="connsiteX21" fmla="*/ 5767709 w 5861642"/>
              <a:gd name="connsiteY21" fmla="*/ 2045563 h 7919265"/>
              <a:gd name="connsiteX22" fmla="*/ 5767187 w 5861642"/>
              <a:gd name="connsiteY22" fmla="*/ 2054308 h 7919265"/>
              <a:gd name="connsiteX23" fmla="*/ 5769380 w 5861642"/>
              <a:gd name="connsiteY23" fmla="*/ 2060299 h 7919265"/>
              <a:gd name="connsiteX24" fmla="*/ 5756593 w 5861642"/>
              <a:gd name="connsiteY24" fmla="*/ 2237821 h 7919265"/>
              <a:gd name="connsiteX25" fmla="*/ 5759252 w 5861642"/>
              <a:gd name="connsiteY25" fmla="*/ 2238936 h 7919265"/>
              <a:gd name="connsiteX26" fmla="*/ 5764525 w 5861642"/>
              <a:gd name="connsiteY26" fmla="*/ 2283776 h 7919265"/>
              <a:gd name="connsiteX27" fmla="*/ 5758382 w 5861642"/>
              <a:gd name="connsiteY27" fmla="*/ 2405877 h 7919265"/>
              <a:gd name="connsiteX28" fmla="*/ 5758248 w 5861642"/>
              <a:gd name="connsiteY28" fmla="*/ 2478121 h 7919265"/>
              <a:gd name="connsiteX29" fmla="*/ 5763756 w 5861642"/>
              <a:gd name="connsiteY29" fmla="*/ 2504290 h 7919265"/>
              <a:gd name="connsiteX30" fmla="*/ 5765133 w 5861642"/>
              <a:gd name="connsiteY30" fmla="*/ 2678688 h 7919265"/>
              <a:gd name="connsiteX31" fmla="*/ 5758308 w 5861642"/>
              <a:gd name="connsiteY31" fmla="*/ 2737891 h 7919265"/>
              <a:gd name="connsiteX32" fmla="*/ 5499832 w 5861642"/>
              <a:gd name="connsiteY32" fmla="*/ 6770108 h 7919265"/>
              <a:gd name="connsiteX33" fmla="*/ 5498316 w 5861642"/>
              <a:gd name="connsiteY33" fmla="*/ 6781200 h 7919265"/>
              <a:gd name="connsiteX34" fmla="*/ 5497062 w 5861642"/>
              <a:gd name="connsiteY34" fmla="*/ 6802542 h 7919265"/>
              <a:gd name="connsiteX35" fmla="*/ 5499947 w 5861642"/>
              <a:gd name="connsiteY35" fmla="*/ 6820932 h 7919265"/>
              <a:gd name="connsiteX36" fmla="*/ 5494409 w 5861642"/>
              <a:gd name="connsiteY36" fmla="*/ 6847760 h 7919265"/>
              <a:gd name="connsiteX37" fmla="*/ 5486503 w 5861642"/>
              <a:gd name="connsiteY37" fmla="*/ 6982763 h 7919265"/>
              <a:gd name="connsiteX38" fmla="*/ 5452061 w 5861642"/>
              <a:gd name="connsiteY38" fmla="*/ 7583356 h 7919265"/>
              <a:gd name="connsiteX39" fmla="*/ 5458843 w 5861642"/>
              <a:gd name="connsiteY39" fmla="*/ 7628844 h 7919265"/>
              <a:gd name="connsiteX40" fmla="*/ 5457259 w 5861642"/>
              <a:gd name="connsiteY40" fmla="*/ 7712341 h 7919265"/>
              <a:gd name="connsiteX41" fmla="*/ 5443236 w 5861642"/>
              <a:gd name="connsiteY41" fmla="*/ 7838503 h 7919265"/>
              <a:gd name="connsiteX42" fmla="*/ 5447010 w 5861642"/>
              <a:gd name="connsiteY42" fmla="*/ 7862553 h 7919265"/>
              <a:gd name="connsiteX43" fmla="*/ 5432854 w 5861642"/>
              <a:gd name="connsiteY43" fmla="*/ 7919237 h 7919265"/>
              <a:gd name="connsiteX44" fmla="*/ 397307 w 5861642"/>
              <a:gd name="connsiteY44" fmla="*/ 7606085 h 7919265"/>
              <a:gd name="connsiteX45" fmla="*/ 0 w 5861642"/>
              <a:gd name="connsiteY45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37543 w 5861642"/>
              <a:gd name="connsiteY7" fmla="*/ 720595 h 7919265"/>
              <a:gd name="connsiteX8" fmla="*/ 5809530 w 5861642"/>
              <a:gd name="connsiteY8" fmla="*/ 1196200 h 7919265"/>
              <a:gd name="connsiteX9" fmla="*/ 5812189 w 5861642"/>
              <a:gd name="connsiteY9" fmla="*/ 1197315 h 7919265"/>
              <a:gd name="connsiteX10" fmla="*/ 5817462 w 5861642"/>
              <a:gd name="connsiteY10" fmla="*/ 1242155 h 7919265"/>
              <a:gd name="connsiteX11" fmla="*/ 5811320 w 5861642"/>
              <a:gd name="connsiteY11" fmla="*/ 1364256 h 7919265"/>
              <a:gd name="connsiteX12" fmla="*/ 5811185 w 5861642"/>
              <a:gd name="connsiteY12" fmla="*/ 1436500 h 7919265"/>
              <a:gd name="connsiteX13" fmla="*/ 5816694 w 5861642"/>
              <a:gd name="connsiteY13" fmla="*/ 1462669 h 7919265"/>
              <a:gd name="connsiteX14" fmla="*/ 5818070 w 5861642"/>
              <a:gd name="connsiteY14" fmla="*/ 1637067 h 7919265"/>
              <a:gd name="connsiteX15" fmla="*/ 5811245 w 5861642"/>
              <a:gd name="connsiteY15" fmla="*/ 1696270 h 7919265"/>
              <a:gd name="connsiteX16" fmla="*/ 5795186 w 5861642"/>
              <a:gd name="connsiteY16" fmla="*/ 1818360 h 7919265"/>
              <a:gd name="connsiteX17" fmla="*/ 5796218 w 5861642"/>
              <a:gd name="connsiteY17" fmla="*/ 1911947 h 7919265"/>
              <a:gd name="connsiteX18" fmla="*/ 5789969 w 5861642"/>
              <a:gd name="connsiteY18" fmla="*/ 1925528 h 7919265"/>
              <a:gd name="connsiteX19" fmla="*/ 5771499 w 5861642"/>
              <a:gd name="connsiteY19" fmla="*/ 2014848 h 7919265"/>
              <a:gd name="connsiteX20" fmla="*/ 5767709 w 5861642"/>
              <a:gd name="connsiteY20" fmla="*/ 2045563 h 7919265"/>
              <a:gd name="connsiteX21" fmla="*/ 5767187 w 5861642"/>
              <a:gd name="connsiteY21" fmla="*/ 2054308 h 7919265"/>
              <a:gd name="connsiteX22" fmla="*/ 5769380 w 5861642"/>
              <a:gd name="connsiteY22" fmla="*/ 2060299 h 7919265"/>
              <a:gd name="connsiteX23" fmla="*/ 5756593 w 5861642"/>
              <a:gd name="connsiteY23" fmla="*/ 2237821 h 7919265"/>
              <a:gd name="connsiteX24" fmla="*/ 5759252 w 5861642"/>
              <a:gd name="connsiteY24" fmla="*/ 2238936 h 7919265"/>
              <a:gd name="connsiteX25" fmla="*/ 5764525 w 5861642"/>
              <a:gd name="connsiteY25" fmla="*/ 2283776 h 7919265"/>
              <a:gd name="connsiteX26" fmla="*/ 5758382 w 5861642"/>
              <a:gd name="connsiteY26" fmla="*/ 2405877 h 7919265"/>
              <a:gd name="connsiteX27" fmla="*/ 5758248 w 5861642"/>
              <a:gd name="connsiteY27" fmla="*/ 2478121 h 7919265"/>
              <a:gd name="connsiteX28" fmla="*/ 5763756 w 5861642"/>
              <a:gd name="connsiteY28" fmla="*/ 2504290 h 7919265"/>
              <a:gd name="connsiteX29" fmla="*/ 5765133 w 5861642"/>
              <a:gd name="connsiteY29" fmla="*/ 2678688 h 7919265"/>
              <a:gd name="connsiteX30" fmla="*/ 5758308 w 5861642"/>
              <a:gd name="connsiteY30" fmla="*/ 2737891 h 7919265"/>
              <a:gd name="connsiteX31" fmla="*/ 5499832 w 5861642"/>
              <a:gd name="connsiteY31" fmla="*/ 6770108 h 7919265"/>
              <a:gd name="connsiteX32" fmla="*/ 5498316 w 5861642"/>
              <a:gd name="connsiteY32" fmla="*/ 6781200 h 7919265"/>
              <a:gd name="connsiteX33" fmla="*/ 5497062 w 5861642"/>
              <a:gd name="connsiteY33" fmla="*/ 6802542 h 7919265"/>
              <a:gd name="connsiteX34" fmla="*/ 5499947 w 5861642"/>
              <a:gd name="connsiteY34" fmla="*/ 6820932 h 7919265"/>
              <a:gd name="connsiteX35" fmla="*/ 5494409 w 5861642"/>
              <a:gd name="connsiteY35" fmla="*/ 6847760 h 7919265"/>
              <a:gd name="connsiteX36" fmla="*/ 5486503 w 5861642"/>
              <a:gd name="connsiteY36" fmla="*/ 6982763 h 7919265"/>
              <a:gd name="connsiteX37" fmla="*/ 5452061 w 5861642"/>
              <a:gd name="connsiteY37" fmla="*/ 7583356 h 7919265"/>
              <a:gd name="connsiteX38" fmla="*/ 5458843 w 5861642"/>
              <a:gd name="connsiteY38" fmla="*/ 7628844 h 7919265"/>
              <a:gd name="connsiteX39" fmla="*/ 5457259 w 5861642"/>
              <a:gd name="connsiteY39" fmla="*/ 7712341 h 7919265"/>
              <a:gd name="connsiteX40" fmla="*/ 5443236 w 5861642"/>
              <a:gd name="connsiteY40" fmla="*/ 7838503 h 7919265"/>
              <a:gd name="connsiteX41" fmla="*/ 5447010 w 5861642"/>
              <a:gd name="connsiteY41" fmla="*/ 7862553 h 7919265"/>
              <a:gd name="connsiteX42" fmla="*/ 5432854 w 5861642"/>
              <a:gd name="connsiteY42" fmla="*/ 7919237 h 7919265"/>
              <a:gd name="connsiteX43" fmla="*/ 397307 w 5861642"/>
              <a:gd name="connsiteY43" fmla="*/ 7606085 h 7919265"/>
              <a:gd name="connsiteX44" fmla="*/ 0 w 5861642"/>
              <a:gd name="connsiteY44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42343 w 5861642"/>
              <a:gd name="connsiteY6" fmla="*/ 627797 h 7919265"/>
              <a:gd name="connsiteX7" fmla="*/ 5809530 w 5861642"/>
              <a:gd name="connsiteY7" fmla="*/ 1196200 h 7919265"/>
              <a:gd name="connsiteX8" fmla="*/ 5812189 w 5861642"/>
              <a:gd name="connsiteY8" fmla="*/ 1197315 h 7919265"/>
              <a:gd name="connsiteX9" fmla="*/ 5817462 w 5861642"/>
              <a:gd name="connsiteY9" fmla="*/ 1242155 h 7919265"/>
              <a:gd name="connsiteX10" fmla="*/ 5811320 w 5861642"/>
              <a:gd name="connsiteY10" fmla="*/ 1364256 h 7919265"/>
              <a:gd name="connsiteX11" fmla="*/ 5811185 w 5861642"/>
              <a:gd name="connsiteY11" fmla="*/ 1436500 h 7919265"/>
              <a:gd name="connsiteX12" fmla="*/ 5816694 w 5861642"/>
              <a:gd name="connsiteY12" fmla="*/ 1462669 h 7919265"/>
              <a:gd name="connsiteX13" fmla="*/ 5818070 w 5861642"/>
              <a:gd name="connsiteY13" fmla="*/ 1637067 h 7919265"/>
              <a:gd name="connsiteX14" fmla="*/ 5811245 w 5861642"/>
              <a:gd name="connsiteY14" fmla="*/ 1696270 h 7919265"/>
              <a:gd name="connsiteX15" fmla="*/ 5795186 w 5861642"/>
              <a:gd name="connsiteY15" fmla="*/ 1818360 h 7919265"/>
              <a:gd name="connsiteX16" fmla="*/ 5796218 w 5861642"/>
              <a:gd name="connsiteY16" fmla="*/ 1911947 h 7919265"/>
              <a:gd name="connsiteX17" fmla="*/ 5789969 w 5861642"/>
              <a:gd name="connsiteY17" fmla="*/ 1925528 h 7919265"/>
              <a:gd name="connsiteX18" fmla="*/ 5771499 w 5861642"/>
              <a:gd name="connsiteY18" fmla="*/ 2014848 h 7919265"/>
              <a:gd name="connsiteX19" fmla="*/ 5767709 w 5861642"/>
              <a:gd name="connsiteY19" fmla="*/ 2045563 h 7919265"/>
              <a:gd name="connsiteX20" fmla="*/ 5767187 w 5861642"/>
              <a:gd name="connsiteY20" fmla="*/ 2054308 h 7919265"/>
              <a:gd name="connsiteX21" fmla="*/ 5769380 w 5861642"/>
              <a:gd name="connsiteY21" fmla="*/ 2060299 h 7919265"/>
              <a:gd name="connsiteX22" fmla="*/ 5756593 w 5861642"/>
              <a:gd name="connsiteY22" fmla="*/ 2237821 h 7919265"/>
              <a:gd name="connsiteX23" fmla="*/ 5759252 w 5861642"/>
              <a:gd name="connsiteY23" fmla="*/ 2238936 h 7919265"/>
              <a:gd name="connsiteX24" fmla="*/ 5764525 w 5861642"/>
              <a:gd name="connsiteY24" fmla="*/ 2283776 h 7919265"/>
              <a:gd name="connsiteX25" fmla="*/ 5758382 w 5861642"/>
              <a:gd name="connsiteY25" fmla="*/ 2405877 h 7919265"/>
              <a:gd name="connsiteX26" fmla="*/ 5758248 w 5861642"/>
              <a:gd name="connsiteY26" fmla="*/ 2478121 h 7919265"/>
              <a:gd name="connsiteX27" fmla="*/ 5763756 w 5861642"/>
              <a:gd name="connsiteY27" fmla="*/ 2504290 h 7919265"/>
              <a:gd name="connsiteX28" fmla="*/ 5765133 w 5861642"/>
              <a:gd name="connsiteY28" fmla="*/ 2678688 h 7919265"/>
              <a:gd name="connsiteX29" fmla="*/ 5758308 w 5861642"/>
              <a:gd name="connsiteY29" fmla="*/ 2737891 h 7919265"/>
              <a:gd name="connsiteX30" fmla="*/ 5499832 w 5861642"/>
              <a:gd name="connsiteY30" fmla="*/ 6770108 h 7919265"/>
              <a:gd name="connsiteX31" fmla="*/ 5498316 w 5861642"/>
              <a:gd name="connsiteY31" fmla="*/ 6781200 h 7919265"/>
              <a:gd name="connsiteX32" fmla="*/ 5497062 w 5861642"/>
              <a:gd name="connsiteY32" fmla="*/ 6802542 h 7919265"/>
              <a:gd name="connsiteX33" fmla="*/ 5499947 w 5861642"/>
              <a:gd name="connsiteY33" fmla="*/ 6820932 h 7919265"/>
              <a:gd name="connsiteX34" fmla="*/ 5494409 w 5861642"/>
              <a:gd name="connsiteY34" fmla="*/ 6847760 h 7919265"/>
              <a:gd name="connsiteX35" fmla="*/ 5486503 w 5861642"/>
              <a:gd name="connsiteY35" fmla="*/ 6982763 h 7919265"/>
              <a:gd name="connsiteX36" fmla="*/ 5452061 w 5861642"/>
              <a:gd name="connsiteY36" fmla="*/ 7583356 h 7919265"/>
              <a:gd name="connsiteX37" fmla="*/ 5458843 w 5861642"/>
              <a:gd name="connsiteY37" fmla="*/ 7628844 h 7919265"/>
              <a:gd name="connsiteX38" fmla="*/ 5457259 w 5861642"/>
              <a:gd name="connsiteY38" fmla="*/ 7712341 h 7919265"/>
              <a:gd name="connsiteX39" fmla="*/ 5443236 w 5861642"/>
              <a:gd name="connsiteY39" fmla="*/ 7838503 h 7919265"/>
              <a:gd name="connsiteX40" fmla="*/ 5447010 w 5861642"/>
              <a:gd name="connsiteY40" fmla="*/ 7862553 h 7919265"/>
              <a:gd name="connsiteX41" fmla="*/ 5432854 w 5861642"/>
              <a:gd name="connsiteY41" fmla="*/ 7919237 h 7919265"/>
              <a:gd name="connsiteX42" fmla="*/ 397307 w 5861642"/>
              <a:gd name="connsiteY42" fmla="*/ 7606085 h 7919265"/>
              <a:gd name="connsiteX43" fmla="*/ 0 w 5861642"/>
              <a:gd name="connsiteY43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63756 w 5861642"/>
              <a:gd name="connsiteY26" fmla="*/ 2504290 h 7919265"/>
              <a:gd name="connsiteX27" fmla="*/ 5765133 w 5861642"/>
              <a:gd name="connsiteY27" fmla="*/ 2678688 h 7919265"/>
              <a:gd name="connsiteX28" fmla="*/ 5758308 w 5861642"/>
              <a:gd name="connsiteY28" fmla="*/ 2737891 h 7919265"/>
              <a:gd name="connsiteX29" fmla="*/ 5499832 w 5861642"/>
              <a:gd name="connsiteY29" fmla="*/ 6770108 h 7919265"/>
              <a:gd name="connsiteX30" fmla="*/ 5498316 w 5861642"/>
              <a:gd name="connsiteY30" fmla="*/ 6781200 h 7919265"/>
              <a:gd name="connsiteX31" fmla="*/ 5497062 w 5861642"/>
              <a:gd name="connsiteY31" fmla="*/ 6802542 h 7919265"/>
              <a:gd name="connsiteX32" fmla="*/ 5499947 w 5861642"/>
              <a:gd name="connsiteY32" fmla="*/ 6820932 h 7919265"/>
              <a:gd name="connsiteX33" fmla="*/ 5494409 w 5861642"/>
              <a:gd name="connsiteY33" fmla="*/ 6847760 h 7919265"/>
              <a:gd name="connsiteX34" fmla="*/ 5486503 w 5861642"/>
              <a:gd name="connsiteY34" fmla="*/ 6982763 h 7919265"/>
              <a:gd name="connsiteX35" fmla="*/ 5452061 w 5861642"/>
              <a:gd name="connsiteY35" fmla="*/ 7583356 h 7919265"/>
              <a:gd name="connsiteX36" fmla="*/ 5458843 w 5861642"/>
              <a:gd name="connsiteY36" fmla="*/ 7628844 h 7919265"/>
              <a:gd name="connsiteX37" fmla="*/ 5457259 w 5861642"/>
              <a:gd name="connsiteY37" fmla="*/ 7712341 h 7919265"/>
              <a:gd name="connsiteX38" fmla="*/ 5443236 w 5861642"/>
              <a:gd name="connsiteY38" fmla="*/ 7838503 h 7919265"/>
              <a:gd name="connsiteX39" fmla="*/ 5447010 w 5861642"/>
              <a:gd name="connsiteY39" fmla="*/ 7862553 h 7919265"/>
              <a:gd name="connsiteX40" fmla="*/ 5432854 w 5861642"/>
              <a:gd name="connsiteY40" fmla="*/ 7919237 h 7919265"/>
              <a:gd name="connsiteX41" fmla="*/ 397307 w 5861642"/>
              <a:gd name="connsiteY41" fmla="*/ 7606085 h 7919265"/>
              <a:gd name="connsiteX42" fmla="*/ 0 w 5861642"/>
              <a:gd name="connsiteY42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63756 w 5861642"/>
              <a:gd name="connsiteY26" fmla="*/ 2504290 h 7919265"/>
              <a:gd name="connsiteX27" fmla="*/ 5765133 w 5861642"/>
              <a:gd name="connsiteY27" fmla="*/ 2678688 h 7919265"/>
              <a:gd name="connsiteX28" fmla="*/ 5499832 w 5861642"/>
              <a:gd name="connsiteY28" fmla="*/ 6770108 h 7919265"/>
              <a:gd name="connsiteX29" fmla="*/ 5498316 w 5861642"/>
              <a:gd name="connsiteY29" fmla="*/ 6781200 h 7919265"/>
              <a:gd name="connsiteX30" fmla="*/ 5497062 w 5861642"/>
              <a:gd name="connsiteY30" fmla="*/ 6802542 h 7919265"/>
              <a:gd name="connsiteX31" fmla="*/ 5499947 w 5861642"/>
              <a:gd name="connsiteY31" fmla="*/ 6820932 h 7919265"/>
              <a:gd name="connsiteX32" fmla="*/ 5494409 w 5861642"/>
              <a:gd name="connsiteY32" fmla="*/ 6847760 h 7919265"/>
              <a:gd name="connsiteX33" fmla="*/ 5486503 w 5861642"/>
              <a:gd name="connsiteY33" fmla="*/ 6982763 h 7919265"/>
              <a:gd name="connsiteX34" fmla="*/ 5452061 w 5861642"/>
              <a:gd name="connsiteY34" fmla="*/ 7583356 h 7919265"/>
              <a:gd name="connsiteX35" fmla="*/ 5458843 w 5861642"/>
              <a:gd name="connsiteY35" fmla="*/ 7628844 h 7919265"/>
              <a:gd name="connsiteX36" fmla="*/ 5457259 w 5861642"/>
              <a:gd name="connsiteY36" fmla="*/ 7712341 h 7919265"/>
              <a:gd name="connsiteX37" fmla="*/ 5443236 w 5861642"/>
              <a:gd name="connsiteY37" fmla="*/ 7838503 h 7919265"/>
              <a:gd name="connsiteX38" fmla="*/ 5447010 w 5861642"/>
              <a:gd name="connsiteY38" fmla="*/ 7862553 h 7919265"/>
              <a:gd name="connsiteX39" fmla="*/ 5432854 w 5861642"/>
              <a:gd name="connsiteY39" fmla="*/ 7919237 h 7919265"/>
              <a:gd name="connsiteX40" fmla="*/ 397307 w 5861642"/>
              <a:gd name="connsiteY40" fmla="*/ 7606085 h 7919265"/>
              <a:gd name="connsiteX41" fmla="*/ 0 w 5861642"/>
              <a:gd name="connsiteY41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63756 w 5861642"/>
              <a:gd name="connsiteY26" fmla="*/ 2504290 h 7919265"/>
              <a:gd name="connsiteX27" fmla="*/ 5499832 w 5861642"/>
              <a:gd name="connsiteY27" fmla="*/ 6770108 h 7919265"/>
              <a:gd name="connsiteX28" fmla="*/ 5498316 w 5861642"/>
              <a:gd name="connsiteY28" fmla="*/ 6781200 h 7919265"/>
              <a:gd name="connsiteX29" fmla="*/ 5497062 w 5861642"/>
              <a:gd name="connsiteY29" fmla="*/ 6802542 h 7919265"/>
              <a:gd name="connsiteX30" fmla="*/ 5499947 w 5861642"/>
              <a:gd name="connsiteY30" fmla="*/ 6820932 h 7919265"/>
              <a:gd name="connsiteX31" fmla="*/ 5494409 w 5861642"/>
              <a:gd name="connsiteY31" fmla="*/ 6847760 h 7919265"/>
              <a:gd name="connsiteX32" fmla="*/ 5486503 w 5861642"/>
              <a:gd name="connsiteY32" fmla="*/ 6982763 h 7919265"/>
              <a:gd name="connsiteX33" fmla="*/ 5452061 w 5861642"/>
              <a:gd name="connsiteY33" fmla="*/ 7583356 h 7919265"/>
              <a:gd name="connsiteX34" fmla="*/ 5458843 w 5861642"/>
              <a:gd name="connsiteY34" fmla="*/ 7628844 h 7919265"/>
              <a:gd name="connsiteX35" fmla="*/ 5457259 w 5861642"/>
              <a:gd name="connsiteY35" fmla="*/ 7712341 h 7919265"/>
              <a:gd name="connsiteX36" fmla="*/ 5443236 w 5861642"/>
              <a:gd name="connsiteY36" fmla="*/ 7838503 h 7919265"/>
              <a:gd name="connsiteX37" fmla="*/ 5447010 w 5861642"/>
              <a:gd name="connsiteY37" fmla="*/ 7862553 h 7919265"/>
              <a:gd name="connsiteX38" fmla="*/ 5432854 w 5861642"/>
              <a:gd name="connsiteY38" fmla="*/ 7919237 h 7919265"/>
              <a:gd name="connsiteX39" fmla="*/ 397307 w 5861642"/>
              <a:gd name="connsiteY39" fmla="*/ 7606085 h 7919265"/>
              <a:gd name="connsiteX40" fmla="*/ 0 w 5861642"/>
              <a:gd name="connsiteY40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93542 w 5861642"/>
              <a:gd name="connsiteY26" fmla="*/ 2504220 h 7919265"/>
              <a:gd name="connsiteX27" fmla="*/ 5499832 w 5861642"/>
              <a:gd name="connsiteY27" fmla="*/ 6770108 h 7919265"/>
              <a:gd name="connsiteX28" fmla="*/ 5498316 w 5861642"/>
              <a:gd name="connsiteY28" fmla="*/ 6781200 h 7919265"/>
              <a:gd name="connsiteX29" fmla="*/ 5497062 w 5861642"/>
              <a:gd name="connsiteY29" fmla="*/ 6802542 h 7919265"/>
              <a:gd name="connsiteX30" fmla="*/ 5499947 w 5861642"/>
              <a:gd name="connsiteY30" fmla="*/ 6820932 h 7919265"/>
              <a:gd name="connsiteX31" fmla="*/ 5494409 w 5861642"/>
              <a:gd name="connsiteY31" fmla="*/ 6847760 h 7919265"/>
              <a:gd name="connsiteX32" fmla="*/ 5486503 w 5861642"/>
              <a:gd name="connsiteY32" fmla="*/ 6982763 h 7919265"/>
              <a:gd name="connsiteX33" fmla="*/ 5452061 w 5861642"/>
              <a:gd name="connsiteY33" fmla="*/ 7583356 h 7919265"/>
              <a:gd name="connsiteX34" fmla="*/ 5458843 w 5861642"/>
              <a:gd name="connsiteY34" fmla="*/ 7628844 h 7919265"/>
              <a:gd name="connsiteX35" fmla="*/ 5457259 w 5861642"/>
              <a:gd name="connsiteY35" fmla="*/ 7712341 h 7919265"/>
              <a:gd name="connsiteX36" fmla="*/ 5443236 w 5861642"/>
              <a:gd name="connsiteY36" fmla="*/ 7838503 h 7919265"/>
              <a:gd name="connsiteX37" fmla="*/ 5447010 w 5861642"/>
              <a:gd name="connsiteY37" fmla="*/ 7862553 h 7919265"/>
              <a:gd name="connsiteX38" fmla="*/ 5432854 w 5861642"/>
              <a:gd name="connsiteY38" fmla="*/ 7919237 h 7919265"/>
              <a:gd name="connsiteX39" fmla="*/ 397307 w 5861642"/>
              <a:gd name="connsiteY39" fmla="*/ 7606085 h 7919265"/>
              <a:gd name="connsiteX40" fmla="*/ 0 w 5861642"/>
              <a:gd name="connsiteY40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93542 w 5861642"/>
              <a:gd name="connsiteY26" fmla="*/ 2504220 h 7919265"/>
              <a:gd name="connsiteX27" fmla="*/ 5499832 w 5861642"/>
              <a:gd name="connsiteY27" fmla="*/ 6770108 h 7919265"/>
              <a:gd name="connsiteX28" fmla="*/ 5497062 w 5861642"/>
              <a:gd name="connsiteY28" fmla="*/ 6802542 h 7919265"/>
              <a:gd name="connsiteX29" fmla="*/ 5499947 w 5861642"/>
              <a:gd name="connsiteY29" fmla="*/ 6820932 h 7919265"/>
              <a:gd name="connsiteX30" fmla="*/ 5494409 w 5861642"/>
              <a:gd name="connsiteY30" fmla="*/ 6847760 h 7919265"/>
              <a:gd name="connsiteX31" fmla="*/ 5486503 w 5861642"/>
              <a:gd name="connsiteY31" fmla="*/ 6982763 h 7919265"/>
              <a:gd name="connsiteX32" fmla="*/ 5452061 w 5861642"/>
              <a:gd name="connsiteY32" fmla="*/ 7583356 h 7919265"/>
              <a:gd name="connsiteX33" fmla="*/ 5458843 w 5861642"/>
              <a:gd name="connsiteY33" fmla="*/ 7628844 h 7919265"/>
              <a:gd name="connsiteX34" fmla="*/ 5457259 w 5861642"/>
              <a:gd name="connsiteY34" fmla="*/ 7712341 h 7919265"/>
              <a:gd name="connsiteX35" fmla="*/ 5443236 w 5861642"/>
              <a:gd name="connsiteY35" fmla="*/ 7838503 h 7919265"/>
              <a:gd name="connsiteX36" fmla="*/ 5447010 w 5861642"/>
              <a:gd name="connsiteY36" fmla="*/ 7862553 h 7919265"/>
              <a:gd name="connsiteX37" fmla="*/ 5432854 w 5861642"/>
              <a:gd name="connsiteY37" fmla="*/ 7919237 h 7919265"/>
              <a:gd name="connsiteX38" fmla="*/ 397307 w 5861642"/>
              <a:gd name="connsiteY38" fmla="*/ 7606085 h 7919265"/>
              <a:gd name="connsiteX39" fmla="*/ 0 w 5861642"/>
              <a:gd name="connsiteY39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93542 w 5861642"/>
              <a:gd name="connsiteY26" fmla="*/ 2504220 h 7919265"/>
              <a:gd name="connsiteX27" fmla="*/ 5499832 w 5861642"/>
              <a:gd name="connsiteY27" fmla="*/ 6770108 h 7919265"/>
              <a:gd name="connsiteX28" fmla="*/ 5497062 w 5861642"/>
              <a:gd name="connsiteY28" fmla="*/ 6802542 h 7919265"/>
              <a:gd name="connsiteX29" fmla="*/ 5499947 w 5861642"/>
              <a:gd name="connsiteY29" fmla="*/ 6820932 h 7919265"/>
              <a:gd name="connsiteX30" fmla="*/ 5486503 w 5861642"/>
              <a:gd name="connsiteY30" fmla="*/ 6982763 h 7919265"/>
              <a:gd name="connsiteX31" fmla="*/ 5452061 w 5861642"/>
              <a:gd name="connsiteY31" fmla="*/ 7583356 h 7919265"/>
              <a:gd name="connsiteX32" fmla="*/ 5458843 w 5861642"/>
              <a:gd name="connsiteY32" fmla="*/ 7628844 h 7919265"/>
              <a:gd name="connsiteX33" fmla="*/ 5457259 w 5861642"/>
              <a:gd name="connsiteY33" fmla="*/ 7712341 h 7919265"/>
              <a:gd name="connsiteX34" fmla="*/ 5443236 w 5861642"/>
              <a:gd name="connsiteY34" fmla="*/ 7838503 h 7919265"/>
              <a:gd name="connsiteX35" fmla="*/ 5447010 w 5861642"/>
              <a:gd name="connsiteY35" fmla="*/ 7862553 h 7919265"/>
              <a:gd name="connsiteX36" fmla="*/ 5432854 w 5861642"/>
              <a:gd name="connsiteY36" fmla="*/ 7919237 h 7919265"/>
              <a:gd name="connsiteX37" fmla="*/ 397307 w 5861642"/>
              <a:gd name="connsiteY37" fmla="*/ 7606085 h 7919265"/>
              <a:gd name="connsiteX38" fmla="*/ 0 w 5861642"/>
              <a:gd name="connsiteY38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93542 w 5861642"/>
              <a:gd name="connsiteY26" fmla="*/ 2504220 h 7919265"/>
              <a:gd name="connsiteX27" fmla="*/ 5499832 w 5861642"/>
              <a:gd name="connsiteY27" fmla="*/ 6770108 h 7919265"/>
              <a:gd name="connsiteX28" fmla="*/ 5497062 w 5861642"/>
              <a:gd name="connsiteY28" fmla="*/ 6802542 h 7919265"/>
              <a:gd name="connsiteX29" fmla="*/ 5486503 w 5861642"/>
              <a:gd name="connsiteY29" fmla="*/ 6982763 h 7919265"/>
              <a:gd name="connsiteX30" fmla="*/ 5452061 w 5861642"/>
              <a:gd name="connsiteY30" fmla="*/ 7583356 h 7919265"/>
              <a:gd name="connsiteX31" fmla="*/ 5458843 w 5861642"/>
              <a:gd name="connsiteY31" fmla="*/ 7628844 h 7919265"/>
              <a:gd name="connsiteX32" fmla="*/ 5457259 w 5861642"/>
              <a:gd name="connsiteY32" fmla="*/ 7712341 h 7919265"/>
              <a:gd name="connsiteX33" fmla="*/ 5443236 w 5861642"/>
              <a:gd name="connsiteY33" fmla="*/ 7838503 h 7919265"/>
              <a:gd name="connsiteX34" fmla="*/ 5447010 w 5861642"/>
              <a:gd name="connsiteY34" fmla="*/ 7862553 h 7919265"/>
              <a:gd name="connsiteX35" fmla="*/ 5432854 w 5861642"/>
              <a:gd name="connsiteY35" fmla="*/ 7919237 h 7919265"/>
              <a:gd name="connsiteX36" fmla="*/ 397307 w 5861642"/>
              <a:gd name="connsiteY36" fmla="*/ 7606085 h 7919265"/>
              <a:gd name="connsiteX37" fmla="*/ 0 w 5861642"/>
              <a:gd name="connsiteY37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93542 w 5861642"/>
              <a:gd name="connsiteY26" fmla="*/ 2504220 h 7919265"/>
              <a:gd name="connsiteX27" fmla="*/ 5499832 w 5861642"/>
              <a:gd name="connsiteY27" fmla="*/ 6770108 h 7919265"/>
              <a:gd name="connsiteX28" fmla="*/ 5486503 w 5861642"/>
              <a:gd name="connsiteY28" fmla="*/ 6982763 h 7919265"/>
              <a:gd name="connsiteX29" fmla="*/ 5452061 w 5861642"/>
              <a:gd name="connsiteY29" fmla="*/ 7583356 h 7919265"/>
              <a:gd name="connsiteX30" fmla="*/ 5458843 w 5861642"/>
              <a:gd name="connsiteY30" fmla="*/ 7628844 h 7919265"/>
              <a:gd name="connsiteX31" fmla="*/ 5457259 w 5861642"/>
              <a:gd name="connsiteY31" fmla="*/ 7712341 h 7919265"/>
              <a:gd name="connsiteX32" fmla="*/ 5443236 w 5861642"/>
              <a:gd name="connsiteY32" fmla="*/ 7838503 h 7919265"/>
              <a:gd name="connsiteX33" fmla="*/ 5447010 w 5861642"/>
              <a:gd name="connsiteY33" fmla="*/ 7862553 h 7919265"/>
              <a:gd name="connsiteX34" fmla="*/ 5432854 w 5861642"/>
              <a:gd name="connsiteY34" fmla="*/ 7919237 h 7919265"/>
              <a:gd name="connsiteX35" fmla="*/ 397307 w 5861642"/>
              <a:gd name="connsiteY35" fmla="*/ 7606085 h 7919265"/>
              <a:gd name="connsiteX36" fmla="*/ 0 w 5861642"/>
              <a:gd name="connsiteY36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93542 w 5861642"/>
              <a:gd name="connsiteY26" fmla="*/ 2504220 h 7919265"/>
              <a:gd name="connsiteX27" fmla="*/ 5486503 w 5861642"/>
              <a:gd name="connsiteY27" fmla="*/ 6982763 h 7919265"/>
              <a:gd name="connsiteX28" fmla="*/ 5452061 w 5861642"/>
              <a:gd name="connsiteY28" fmla="*/ 7583356 h 7919265"/>
              <a:gd name="connsiteX29" fmla="*/ 5458843 w 5861642"/>
              <a:gd name="connsiteY29" fmla="*/ 7628844 h 7919265"/>
              <a:gd name="connsiteX30" fmla="*/ 5457259 w 5861642"/>
              <a:gd name="connsiteY30" fmla="*/ 7712341 h 7919265"/>
              <a:gd name="connsiteX31" fmla="*/ 5443236 w 5861642"/>
              <a:gd name="connsiteY31" fmla="*/ 7838503 h 7919265"/>
              <a:gd name="connsiteX32" fmla="*/ 5447010 w 5861642"/>
              <a:gd name="connsiteY32" fmla="*/ 7862553 h 7919265"/>
              <a:gd name="connsiteX33" fmla="*/ 5432854 w 5861642"/>
              <a:gd name="connsiteY33" fmla="*/ 7919237 h 7919265"/>
              <a:gd name="connsiteX34" fmla="*/ 397307 w 5861642"/>
              <a:gd name="connsiteY34" fmla="*/ 7606085 h 7919265"/>
              <a:gd name="connsiteX35" fmla="*/ 0 w 5861642"/>
              <a:gd name="connsiteY35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93542 w 5861642"/>
              <a:gd name="connsiteY26" fmla="*/ 2504220 h 7919265"/>
              <a:gd name="connsiteX27" fmla="*/ 5452061 w 5861642"/>
              <a:gd name="connsiteY27" fmla="*/ 7583356 h 7919265"/>
              <a:gd name="connsiteX28" fmla="*/ 5458843 w 5861642"/>
              <a:gd name="connsiteY28" fmla="*/ 7628844 h 7919265"/>
              <a:gd name="connsiteX29" fmla="*/ 5457259 w 5861642"/>
              <a:gd name="connsiteY29" fmla="*/ 7712341 h 7919265"/>
              <a:gd name="connsiteX30" fmla="*/ 5443236 w 5861642"/>
              <a:gd name="connsiteY30" fmla="*/ 7838503 h 7919265"/>
              <a:gd name="connsiteX31" fmla="*/ 5447010 w 5861642"/>
              <a:gd name="connsiteY31" fmla="*/ 7862553 h 7919265"/>
              <a:gd name="connsiteX32" fmla="*/ 5432854 w 5861642"/>
              <a:gd name="connsiteY32" fmla="*/ 7919237 h 7919265"/>
              <a:gd name="connsiteX33" fmla="*/ 397307 w 5861642"/>
              <a:gd name="connsiteY33" fmla="*/ 7606085 h 7919265"/>
              <a:gd name="connsiteX34" fmla="*/ 0 w 5861642"/>
              <a:gd name="connsiteY34" fmla="*/ 7584901 h 7919265"/>
              <a:gd name="connsiteX0" fmla="*/ 0 w 5861642"/>
              <a:gd name="connsiteY0" fmla="*/ 7584901 h 7919265"/>
              <a:gd name="connsiteX1" fmla="*/ 422572 w 5861642"/>
              <a:gd name="connsiteY1" fmla="*/ 0 h 7919265"/>
              <a:gd name="connsiteX2" fmla="*/ 4284829 w 5861642"/>
              <a:gd name="connsiteY2" fmla="*/ 212657 h 7919265"/>
              <a:gd name="connsiteX3" fmla="*/ 5823654 w 5861642"/>
              <a:gd name="connsiteY3" fmla="*/ 306262 h 7919265"/>
              <a:gd name="connsiteX4" fmla="*/ 5861642 w 5861642"/>
              <a:gd name="connsiteY4" fmla="*/ 317988 h 7919265"/>
              <a:gd name="connsiteX5" fmla="*/ 5856157 w 5861642"/>
              <a:gd name="connsiteY5" fmla="*/ 378751 h 7919265"/>
              <a:gd name="connsiteX6" fmla="*/ 5809530 w 5861642"/>
              <a:gd name="connsiteY6" fmla="*/ 1196200 h 7919265"/>
              <a:gd name="connsiteX7" fmla="*/ 5812189 w 5861642"/>
              <a:gd name="connsiteY7" fmla="*/ 1197315 h 7919265"/>
              <a:gd name="connsiteX8" fmla="*/ 5817462 w 5861642"/>
              <a:gd name="connsiteY8" fmla="*/ 1242155 h 7919265"/>
              <a:gd name="connsiteX9" fmla="*/ 5811320 w 5861642"/>
              <a:gd name="connsiteY9" fmla="*/ 1364256 h 7919265"/>
              <a:gd name="connsiteX10" fmla="*/ 5811185 w 5861642"/>
              <a:gd name="connsiteY10" fmla="*/ 1436500 h 7919265"/>
              <a:gd name="connsiteX11" fmla="*/ 5816694 w 5861642"/>
              <a:gd name="connsiteY11" fmla="*/ 1462669 h 7919265"/>
              <a:gd name="connsiteX12" fmla="*/ 5818070 w 5861642"/>
              <a:gd name="connsiteY12" fmla="*/ 1637067 h 7919265"/>
              <a:gd name="connsiteX13" fmla="*/ 5811245 w 5861642"/>
              <a:gd name="connsiteY13" fmla="*/ 1696270 h 7919265"/>
              <a:gd name="connsiteX14" fmla="*/ 5795186 w 5861642"/>
              <a:gd name="connsiteY14" fmla="*/ 1818360 h 7919265"/>
              <a:gd name="connsiteX15" fmla="*/ 5796218 w 5861642"/>
              <a:gd name="connsiteY15" fmla="*/ 1911947 h 7919265"/>
              <a:gd name="connsiteX16" fmla="*/ 5789969 w 5861642"/>
              <a:gd name="connsiteY16" fmla="*/ 1925528 h 7919265"/>
              <a:gd name="connsiteX17" fmla="*/ 5771499 w 5861642"/>
              <a:gd name="connsiteY17" fmla="*/ 2014848 h 7919265"/>
              <a:gd name="connsiteX18" fmla="*/ 5767709 w 5861642"/>
              <a:gd name="connsiteY18" fmla="*/ 2045563 h 7919265"/>
              <a:gd name="connsiteX19" fmla="*/ 5767187 w 5861642"/>
              <a:gd name="connsiteY19" fmla="*/ 2054308 h 7919265"/>
              <a:gd name="connsiteX20" fmla="*/ 5769380 w 5861642"/>
              <a:gd name="connsiteY20" fmla="*/ 2060299 h 7919265"/>
              <a:gd name="connsiteX21" fmla="*/ 5756593 w 5861642"/>
              <a:gd name="connsiteY21" fmla="*/ 2237821 h 7919265"/>
              <a:gd name="connsiteX22" fmla="*/ 5759252 w 5861642"/>
              <a:gd name="connsiteY22" fmla="*/ 2238936 h 7919265"/>
              <a:gd name="connsiteX23" fmla="*/ 5764525 w 5861642"/>
              <a:gd name="connsiteY23" fmla="*/ 2283776 h 7919265"/>
              <a:gd name="connsiteX24" fmla="*/ 5758382 w 5861642"/>
              <a:gd name="connsiteY24" fmla="*/ 2405877 h 7919265"/>
              <a:gd name="connsiteX25" fmla="*/ 5758248 w 5861642"/>
              <a:gd name="connsiteY25" fmla="*/ 2478121 h 7919265"/>
              <a:gd name="connsiteX26" fmla="*/ 5769713 w 5861642"/>
              <a:gd name="connsiteY26" fmla="*/ 2504276 h 7919265"/>
              <a:gd name="connsiteX27" fmla="*/ 5452061 w 5861642"/>
              <a:gd name="connsiteY27" fmla="*/ 7583356 h 7919265"/>
              <a:gd name="connsiteX28" fmla="*/ 5458843 w 5861642"/>
              <a:gd name="connsiteY28" fmla="*/ 7628844 h 7919265"/>
              <a:gd name="connsiteX29" fmla="*/ 5457259 w 5861642"/>
              <a:gd name="connsiteY29" fmla="*/ 7712341 h 7919265"/>
              <a:gd name="connsiteX30" fmla="*/ 5443236 w 5861642"/>
              <a:gd name="connsiteY30" fmla="*/ 7838503 h 7919265"/>
              <a:gd name="connsiteX31" fmla="*/ 5447010 w 5861642"/>
              <a:gd name="connsiteY31" fmla="*/ 7862553 h 7919265"/>
              <a:gd name="connsiteX32" fmla="*/ 5432854 w 5861642"/>
              <a:gd name="connsiteY32" fmla="*/ 7919237 h 7919265"/>
              <a:gd name="connsiteX33" fmla="*/ 397307 w 5861642"/>
              <a:gd name="connsiteY33" fmla="*/ 7606085 h 7919265"/>
              <a:gd name="connsiteX34" fmla="*/ 0 w 5861642"/>
              <a:gd name="connsiteY34" fmla="*/ 7584901 h 7919265"/>
              <a:gd name="connsiteX0" fmla="*/ 0 w 5861705"/>
              <a:gd name="connsiteY0" fmla="*/ 7558086 h 7919265"/>
              <a:gd name="connsiteX1" fmla="*/ 422635 w 5861705"/>
              <a:gd name="connsiteY1" fmla="*/ 0 h 7919265"/>
              <a:gd name="connsiteX2" fmla="*/ 4284892 w 5861705"/>
              <a:gd name="connsiteY2" fmla="*/ 212657 h 7919265"/>
              <a:gd name="connsiteX3" fmla="*/ 5823717 w 5861705"/>
              <a:gd name="connsiteY3" fmla="*/ 306262 h 7919265"/>
              <a:gd name="connsiteX4" fmla="*/ 5861705 w 5861705"/>
              <a:gd name="connsiteY4" fmla="*/ 317988 h 7919265"/>
              <a:gd name="connsiteX5" fmla="*/ 5856220 w 5861705"/>
              <a:gd name="connsiteY5" fmla="*/ 378751 h 7919265"/>
              <a:gd name="connsiteX6" fmla="*/ 5809593 w 5861705"/>
              <a:gd name="connsiteY6" fmla="*/ 1196200 h 7919265"/>
              <a:gd name="connsiteX7" fmla="*/ 5812252 w 5861705"/>
              <a:gd name="connsiteY7" fmla="*/ 1197315 h 7919265"/>
              <a:gd name="connsiteX8" fmla="*/ 5817525 w 5861705"/>
              <a:gd name="connsiteY8" fmla="*/ 1242155 h 7919265"/>
              <a:gd name="connsiteX9" fmla="*/ 5811383 w 5861705"/>
              <a:gd name="connsiteY9" fmla="*/ 1364256 h 7919265"/>
              <a:gd name="connsiteX10" fmla="*/ 5811248 w 5861705"/>
              <a:gd name="connsiteY10" fmla="*/ 1436500 h 7919265"/>
              <a:gd name="connsiteX11" fmla="*/ 5816757 w 5861705"/>
              <a:gd name="connsiteY11" fmla="*/ 1462669 h 7919265"/>
              <a:gd name="connsiteX12" fmla="*/ 5818133 w 5861705"/>
              <a:gd name="connsiteY12" fmla="*/ 1637067 h 7919265"/>
              <a:gd name="connsiteX13" fmla="*/ 5811308 w 5861705"/>
              <a:gd name="connsiteY13" fmla="*/ 1696270 h 7919265"/>
              <a:gd name="connsiteX14" fmla="*/ 5795249 w 5861705"/>
              <a:gd name="connsiteY14" fmla="*/ 1818360 h 7919265"/>
              <a:gd name="connsiteX15" fmla="*/ 5796281 w 5861705"/>
              <a:gd name="connsiteY15" fmla="*/ 1911947 h 7919265"/>
              <a:gd name="connsiteX16" fmla="*/ 5790032 w 5861705"/>
              <a:gd name="connsiteY16" fmla="*/ 1925528 h 7919265"/>
              <a:gd name="connsiteX17" fmla="*/ 5771562 w 5861705"/>
              <a:gd name="connsiteY17" fmla="*/ 2014848 h 7919265"/>
              <a:gd name="connsiteX18" fmla="*/ 5767772 w 5861705"/>
              <a:gd name="connsiteY18" fmla="*/ 2045563 h 7919265"/>
              <a:gd name="connsiteX19" fmla="*/ 5767250 w 5861705"/>
              <a:gd name="connsiteY19" fmla="*/ 2054308 h 7919265"/>
              <a:gd name="connsiteX20" fmla="*/ 5769443 w 5861705"/>
              <a:gd name="connsiteY20" fmla="*/ 2060299 h 7919265"/>
              <a:gd name="connsiteX21" fmla="*/ 5756656 w 5861705"/>
              <a:gd name="connsiteY21" fmla="*/ 2237821 h 7919265"/>
              <a:gd name="connsiteX22" fmla="*/ 5759315 w 5861705"/>
              <a:gd name="connsiteY22" fmla="*/ 2238936 h 7919265"/>
              <a:gd name="connsiteX23" fmla="*/ 5764588 w 5861705"/>
              <a:gd name="connsiteY23" fmla="*/ 2283776 h 7919265"/>
              <a:gd name="connsiteX24" fmla="*/ 5758445 w 5861705"/>
              <a:gd name="connsiteY24" fmla="*/ 2405877 h 7919265"/>
              <a:gd name="connsiteX25" fmla="*/ 5758311 w 5861705"/>
              <a:gd name="connsiteY25" fmla="*/ 2478121 h 7919265"/>
              <a:gd name="connsiteX26" fmla="*/ 5769776 w 5861705"/>
              <a:gd name="connsiteY26" fmla="*/ 2504276 h 7919265"/>
              <a:gd name="connsiteX27" fmla="*/ 5452124 w 5861705"/>
              <a:gd name="connsiteY27" fmla="*/ 7583356 h 7919265"/>
              <a:gd name="connsiteX28" fmla="*/ 5458906 w 5861705"/>
              <a:gd name="connsiteY28" fmla="*/ 7628844 h 7919265"/>
              <a:gd name="connsiteX29" fmla="*/ 5457322 w 5861705"/>
              <a:gd name="connsiteY29" fmla="*/ 7712341 h 7919265"/>
              <a:gd name="connsiteX30" fmla="*/ 5443299 w 5861705"/>
              <a:gd name="connsiteY30" fmla="*/ 7838503 h 7919265"/>
              <a:gd name="connsiteX31" fmla="*/ 5447073 w 5861705"/>
              <a:gd name="connsiteY31" fmla="*/ 7862553 h 7919265"/>
              <a:gd name="connsiteX32" fmla="*/ 5432917 w 5861705"/>
              <a:gd name="connsiteY32" fmla="*/ 7919237 h 7919265"/>
              <a:gd name="connsiteX33" fmla="*/ 397370 w 5861705"/>
              <a:gd name="connsiteY33" fmla="*/ 7606085 h 7919265"/>
              <a:gd name="connsiteX34" fmla="*/ 0 w 5861705"/>
              <a:gd name="connsiteY34" fmla="*/ 7558086 h 7919265"/>
              <a:gd name="connsiteX0" fmla="*/ 0 w 5861705"/>
              <a:gd name="connsiteY0" fmla="*/ 7558086 h 8240783"/>
              <a:gd name="connsiteX1" fmla="*/ 422635 w 5861705"/>
              <a:gd name="connsiteY1" fmla="*/ 0 h 8240783"/>
              <a:gd name="connsiteX2" fmla="*/ 4284892 w 5861705"/>
              <a:gd name="connsiteY2" fmla="*/ 212657 h 8240783"/>
              <a:gd name="connsiteX3" fmla="*/ 5823717 w 5861705"/>
              <a:gd name="connsiteY3" fmla="*/ 306262 h 8240783"/>
              <a:gd name="connsiteX4" fmla="*/ 5861705 w 5861705"/>
              <a:gd name="connsiteY4" fmla="*/ 317988 h 8240783"/>
              <a:gd name="connsiteX5" fmla="*/ 5856220 w 5861705"/>
              <a:gd name="connsiteY5" fmla="*/ 378751 h 8240783"/>
              <a:gd name="connsiteX6" fmla="*/ 5809593 w 5861705"/>
              <a:gd name="connsiteY6" fmla="*/ 1196200 h 8240783"/>
              <a:gd name="connsiteX7" fmla="*/ 5812252 w 5861705"/>
              <a:gd name="connsiteY7" fmla="*/ 1197315 h 8240783"/>
              <a:gd name="connsiteX8" fmla="*/ 5817525 w 5861705"/>
              <a:gd name="connsiteY8" fmla="*/ 1242155 h 8240783"/>
              <a:gd name="connsiteX9" fmla="*/ 5811383 w 5861705"/>
              <a:gd name="connsiteY9" fmla="*/ 1364256 h 8240783"/>
              <a:gd name="connsiteX10" fmla="*/ 5811248 w 5861705"/>
              <a:gd name="connsiteY10" fmla="*/ 1436500 h 8240783"/>
              <a:gd name="connsiteX11" fmla="*/ 5816757 w 5861705"/>
              <a:gd name="connsiteY11" fmla="*/ 1462669 h 8240783"/>
              <a:gd name="connsiteX12" fmla="*/ 5818133 w 5861705"/>
              <a:gd name="connsiteY12" fmla="*/ 1637067 h 8240783"/>
              <a:gd name="connsiteX13" fmla="*/ 5811308 w 5861705"/>
              <a:gd name="connsiteY13" fmla="*/ 1696270 h 8240783"/>
              <a:gd name="connsiteX14" fmla="*/ 5795249 w 5861705"/>
              <a:gd name="connsiteY14" fmla="*/ 1818360 h 8240783"/>
              <a:gd name="connsiteX15" fmla="*/ 5796281 w 5861705"/>
              <a:gd name="connsiteY15" fmla="*/ 1911947 h 8240783"/>
              <a:gd name="connsiteX16" fmla="*/ 5790032 w 5861705"/>
              <a:gd name="connsiteY16" fmla="*/ 1925528 h 8240783"/>
              <a:gd name="connsiteX17" fmla="*/ 5771562 w 5861705"/>
              <a:gd name="connsiteY17" fmla="*/ 2014848 h 8240783"/>
              <a:gd name="connsiteX18" fmla="*/ 5767772 w 5861705"/>
              <a:gd name="connsiteY18" fmla="*/ 2045563 h 8240783"/>
              <a:gd name="connsiteX19" fmla="*/ 5767250 w 5861705"/>
              <a:gd name="connsiteY19" fmla="*/ 2054308 h 8240783"/>
              <a:gd name="connsiteX20" fmla="*/ 5769443 w 5861705"/>
              <a:gd name="connsiteY20" fmla="*/ 2060299 h 8240783"/>
              <a:gd name="connsiteX21" fmla="*/ 5756656 w 5861705"/>
              <a:gd name="connsiteY21" fmla="*/ 2237821 h 8240783"/>
              <a:gd name="connsiteX22" fmla="*/ 5759315 w 5861705"/>
              <a:gd name="connsiteY22" fmla="*/ 2238936 h 8240783"/>
              <a:gd name="connsiteX23" fmla="*/ 5764588 w 5861705"/>
              <a:gd name="connsiteY23" fmla="*/ 2283776 h 8240783"/>
              <a:gd name="connsiteX24" fmla="*/ 5758445 w 5861705"/>
              <a:gd name="connsiteY24" fmla="*/ 2405877 h 8240783"/>
              <a:gd name="connsiteX25" fmla="*/ 5758311 w 5861705"/>
              <a:gd name="connsiteY25" fmla="*/ 2478121 h 8240783"/>
              <a:gd name="connsiteX26" fmla="*/ 5769776 w 5861705"/>
              <a:gd name="connsiteY26" fmla="*/ 2504276 h 8240783"/>
              <a:gd name="connsiteX27" fmla="*/ 5452124 w 5861705"/>
              <a:gd name="connsiteY27" fmla="*/ 7583356 h 8240783"/>
              <a:gd name="connsiteX28" fmla="*/ 5458906 w 5861705"/>
              <a:gd name="connsiteY28" fmla="*/ 7628844 h 8240783"/>
              <a:gd name="connsiteX29" fmla="*/ 5457322 w 5861705"/>
              <a:gd name="connsiteY29" fmla="*/ 7712341 h 8240783"/>
              <a:gd name="connsiteX30" fmla="*/ 5443299 w 5861705"/>
              <a:gd name="connsiteY30" fmla="*/ 7838503 h 8240783"/>
              <a:gd name="connsiteX31" fmla="*/ 5447073 w 5861705"/>
              <a:gd name="connsiteY31" fmla="*/ 7862553 h 8240783"/>
              <a:gd name="connsiteX32" fmla="*/ 5432917 w 5861705"/>
              <a:gd name="connsiteY32" fmla="*/ 7919237 h 8240783"/>
              <a:gd name="connsiteX33" fmla="*/ 0 w 5861705"/>
              <a:gd name="connsiteY33" fmla="*/ 7558086 h 8240783"/>
              <a:gd name="connsiteX0" fmla="*/ 0 w 5861705"/>
              <a:gd name="connsiteY0" fmla="*/ 7558086 h 7919237"/>
              <a:gd name="connsiteX1" fmla="*/ 422635 w 5861705"/>
              <a:gd name="connsiteY1" fmla="*/ 0 h 7919237"/>
              <a:gd name="connsiteX2" fmla="*/ 4284892 w 5861705"/>
              <a:gd name="connsiteY2" fmla="*/ 212657 h 7919237"/>
              <a:gd name="connsiteX3" fmla="*/ 5823717 w 5861705"/>
              <a:gd name="connsiteY3" fmla="*/ 306262 h 7919237"/>
              <a:gd name="connsiteX4" fmla="*/ 5861705 w 5861705"/>
              <a:gd name="connsiteY4" fmla="*/ 317988 h 7919237"/>
              <a:gd name="connsiteX5" fmla="*/ 5856220 w 5861705"/>
              <a:gd name="connsiteY5" fmla="*/ 378751 h 7919237"/>
              <a:gd name="connsiteX6" fmla="*/ 5809593 w 5861705"/>
              <a:gd name="connsiteY6" fmla="*/ 1196200 h 7919237"/>
              <a:gd name="connsiteX7" fmla="*/ 5812252 w 5861705"/>
              <a:gd name="connsiteY7" fmla="*/ 1197315 h 7919237"/>
              <a:gd name="connsiteX8" fmla="*/ 5817525 w 5861705"/>
              <a:gd name="connsiteY8" fmla="*/ 1242155 h 7919237"/>
              <a:gd name="connsiteX9" fmla="*/ 5811383 w 5861705"/>
              <a:gd name="connsiteY9" fmla="*/ 1364256 h 7919237"/>
              <a:gd name="connsiteX10" fmla="*/ 5811248 w 5861705"/>
              <a:gd name="connsiteY10" fmla="*/ 1436500 h 7919237"/>
              <a:gd name="connsiteX11" fmla="*/ 5816757 w 5861705"/>
              <a:gd name="connsiteY11" fmla="*/ 1462669 h 7919237"/>
              <a:gd name="connsiteX12" fmla="*/ 5818133 w 5861705"/>
              <a:gd name="connsiteY12" fmla="*/ 1637067 h 7919237"/>
              <a:gd name="connsiteX13" fmla="*/ 5811308 w 5861705"/>
              <a:gd name="connsiteY13" fmla="*/ 1696270 h 7919237"/>
              <a:gd name="connsiteX14" fmla="*/ 5795249 w 5861705"/>
              <a:gd name="connsiteY14" fmla="*/ 1818360 h 7919237"/>
              <a:gd name="connsiteX15" fmla="*/ 5796281 w 5861705"/>
              <a:gd name="connsiteY15" fmla="*/ 1911947 h 7919237"/>
              <a:gd name="connsiteX16" fmla="*/ 5790032 w 5861705"/>
              <a:gd name="connsiteY16" fmla="*/ 1925528 h 7919237"/>
              <a:gd name="connsiteX17" fmla="*/ 5771562 w 5861705"/>
              <a:gd name="connsiteY17" fmla="*/ 2014848 h 7919237"/>
              <a:gd name="connsiteX18" fmla="*/ 5767772 w 5861705"/>
              <a:gd name="connsiteY18" fmla="*/ 2045563 h 7919237"/>
              <a:gd name="connsiteX19" fmla="*/ 5767250 w 5861705"/>
              <a:gd name="connsiteY19" fmla="*/ 2054308 h 7919237"/>
              <a:gd name="connsiteX20" fmla="*/ 5769443 w 5861705"/>
              <a:gd name="connsiteY20" fmla="*/ 2060299 h 7919237"/>
              <a:gd name="connsiteX21" fmla="*/ 5756656 w 5861705"/>
              <a:gd name="connsiteY21" fmla="*/ 2237821 h 7919237"/>
              <a:gd name="connsiteX22" fmla="*/ 5759315 w 5861705"/>
              <a:gd name="connsiteY22" fmla="*/ 2238936 h 7919237"/>
              <a:gd name="connsiteX23" fmla="*/ 5764588 w 5861705"/>
              <a:gd name="connsiteY23" fmla="*/ 2283776 h 7919237"/>
              <a:gd name="connsiteX24" fmla="*/ 5758445 w 5861705"/>
              <a:gd name="connsiteY24" fmla="*/ 2405877 h 7919237"/>
              <a:gd name="connsiteX25" fmla="*/ 5758311 w 5861705"/>
              <a:gd name="connsiteY25" fmla="*/ 2478121 h 7919237"/>
              <a:gd name="connsiteX26" fmla="*/ 5769776 w 5861705"/>
              <a:gd name="connsiteY26" fmla="*/ 2504276 h 7919237"/>
              <a:gd name="connsiteX27" fmla="*/ 5452124 w 5861705"/>
              <a:gd name="connsiteY27" fmla="*/ 7583356 h 7919237"/>
              <a:gd name="connsiteX28" fmla="*/ 5458906 w 5861705"/>
              <a:gd name="connsiteY28" fmla="*/ 7628844 h 7919237"/>
              <a:gd name="connsiteX29" fmla="*/ 5457322 w 5861705"/>
              <a:gd name="connsiteY29" fmla="*/ 7712341 h 7919237"/>
              <a:gd name="connsiteX30" fmla="*/ 5443299 w 5861705"/>
              <a:gd name="connsiteY30" fmla="*/ 7838503 h 7919237"/>
              <a:gd name="connsiteX31" fmla="*/ 5447073 w 5861705"/>
              <a:gd name="connsiteY31" fmla="*/ 7862553 h 7919237"/>
              <a:gd name="connsiteX32" fmla="*/ 5432917 w 5861705"/>
              <a:gd name="connsiteY32" fmla="*/ 7919237 h 7919237"/>
              <a:gd name="connsiteX33" fmla="*/ 0 w 5861705"/>
              <a:gd name="connsiteY33" fmla="*/ 7558086 h 7919237"/>
              <a:gd name="connsiteX0" fmla="*/ 0 w 5861705"/>
              <a:gd name="connsiteY0" fmla="*/ 7558086 h 7919237"/>
              <a:gd name="connsiteX1" fmla="*/ 422635 w 5861705"/>
              <a:gd name="connsiteY1" fmla="*/ 0 h 7919237"/>
              <a:gd name="connsiteX2" fmla="*/ 4284892 w 5861705"/>
              <a:gd name="connsiteY2" fmla="*/ 212657 h 7919237"/>
              <a:gd name="connsiteX3" fmla="*/ 5823717 w 5861705"/>
              <a:gd name="connsiteY3" fmla="*/ 306262 h 7919237"/>
              <a:gd name="connsiteX4" fmla="*/ 5861705 w 5861705"/>
              <a:gd name="connsiteY4" fmla="*/ 317988 h 7919237"/>
              <a:gd name="connsiteX5" fmla="*/ 5856220 w 5861705"/>
              <a:gd name="connsiteY5" fmla="*/ 378751 h 7919237"/>
              <a:gd name="connsiteX6" fmla="*/ 5809593 w 5861705"/>
              <a:gd name="connsiteY6" fmla="*/ 1196200 h 7919237"/>
              <a:gd name="connsiteX7" fmla="*/ 5812252 w 5861705"/>
              <a:gd name="connsiteY7" fmla="*/ 1197315 h 7919237"/>
              <a:gd name="connsiteX8" fmla="*/ 5817525 w 5861705"/>
              <a:gd name="connsiteY8" fmla="*/ 1242155 h 7919237"/>
              <a:gd name="connsiteX9" fmla="*/ 5811383 w 5861705"/>
              <a:gd name="connsiteY9" fmla="*/ 1364256 h 7919237"/>
              <a:gd name="connsiteX10" fmla="*/ 5811248 w 5861705"/>
              <a:gd name="connsiteY10" fmla="*/ 1436500 h 7919237"/>
              <a:gd name="connsiteX11" fmla="*/ 5816757 w 5861705"/>
              <a:gd name="connsiteY11" fmla="*/ 1462669 h 7919237"/>
              <a:gd name="connsiteX12" fmla="*/ 5818133 w 5861705"/>
              <a:gd name="connsiteY12" fmla="*/ 1637067 h 7919237"/>
              <a:gd name="connsiteX13" fmla="*/ 5811308 w 5861705"/>
              <a:gd name="connsiteY13" fmla="*/ 1696270 h 7919237"/>
              <a:gd name="connsiteX14" fmla="*/ 5795249 w 5861705"/>
              <a:gd name="connsiteY14" fmla="*/ 1818360 h 7919237"/>
              <a:gd name="connsiteX15" fmla="*/ 5796281 w 5861705"/>
              <a:gd name="connsiteY15" fmla="*/ 1911947 h 7919237"/>
              <a:gd name="connsiteX16" fmla="*/ 5790032 w 5861705"/>
              <a:gd name="connsiteY16" fmla="*/ 1925528 h 7919237"/>
              <a:gd name="connsiteX17" fmla="*/ 5771562 w 5861705"/>
              <a:gd name="connsiteY17" fmla="*/ 2014848 h 7919237"/>
              <a:gd name="connsiteX18" fmla="*/ 5767772 w 5861705"/>
              <a:gd name="connsiteY18" fmla="*/ 2045563 h 7919237"/>
              <a:gd name="connsiteX19" fmla="*/ 5767250 w 5861705"/>
              <a:gd name="connsiteY19" fmla="*/ 2054308 h 7919237"/>
              <a:gd name="connsiteX20" fmla="*/ 5769443 w 5861705"/>
              <a:gd name="connsiteY20" fmla="*/ 2060299 h 7919237"/>
              <a:gd name="connsiteX21" fmla="*/ 5756656 w 5861705"/>
              <a:gd name="connsiteY21" fmla="*/ 2237821 h 7919237"/>
              <a:gd name="connsiteX22" fmla="*/ 5759315 w 5861705"/>
              <a:gd name="connsiteY22" fmla="*/ 2238936 h 7919237"/>
              <a:gd name="connsiteX23" fmla="*/ 5764588 w 5861705"/>
              <a:gd name="connsiteY23" fmla="*/ 2283776 h 7919237"/>
              <a:gd name="connsiteX24" fmla="*/ 5758445 w 5861705"/>
              <a:gd name="connsiteY24" fmla="*/ 2405877 h 7919237"/>
              <a:gd name="connsiteX25" fmla="*/ 5758311 w 5861705"/>
              <a:gd name="connsiteY25" fmla="*/ 2478121 h 7919237"/>
              <a:gd name="connsiteX26" fmla="*/ 5769776 w 5861705"/>
              <a:gd name="connsiteY26" fmla="*/ 2504276 h 7919237"/>
              <a:gd name="connsiteX27" fmla="*/ 5452124 w 5861705"/>
              <a:gd name="connsiteY27" fmla="*/ 7583356 h 7919237"/>
              <a:gd name="connsiteX28" fmla="*/ 5458906 w 5861705"/>
              <a:gd name="connsiteY28" fmla="*/ 7628844 h 7919237"/>
              <a:gd name="connsiteX29" fmla="*/ 5457322 w 5861705"/>
              <a:gd name="connsiteY29" fmla="*/ 7712341 h 7919237"/>
              <a:gd name="connsiteX30" fmla="*/ 5443299 w 5861705"/>
              <a:gd name="connsiteY30" fmla="*/ 7838503 h 7919237"/>
              <a:gd name="connsiteX31" fmla="*/ 5447073 w 5861705"/>
              <a:gd name="connsiteY31" fmla="*/ 7862553 h 7919237"/>
              <a:gd name="connsiteX32" fmla="*/ 5432917 w 5861705"/>
              <a:gd name="connsiteY32" fmla="*/ 7919237 h 7919237"/>
              <a:gd name="connsiteX33" fmla="*/ 0 w 5861705"/>
              <a:gd name="connsiteY33" fmla="*/ 7558086 h 7919237"/>
              <a:gd name="connsiteX0" fmla="*/ 0 w 5861705"/>
              <a:gd name="connsiteY0" fmla="*/ 7558086 h 7876320"/>
              <a:gd name="connsiteX1" fmla="*/ 422635 w 5861705"/>
              <a:gd name="connsiteY1" fmla="*/ 0 h 7876320"/>
              <a:gd name="connsiteX2" fmla="*/ 4284892 w 5861705"/>
              <a:gd name="connsiteY2" fmla="*/ 212657 h 7876320"/>
              <a:gd name="connsiteX3" fmla="*/ 5823717 w 5861705"/>
              <a:gd name="connsiteY3" fmla="*/ 306262 h 7876320"/>
              <a:gd name="connsiteX4" fmla="*/ 5861705 w 5861705"/>
              <a:gd name="connsiteY4" fmla="*/ 317988 h 7876320"/>
              <a:gd name="connsiteX5" fmla="*/ 5856220 w 5861705"/>
              <a:gd name="connsiteY5" fmla="*/ 378751 h 7876320"/>
              <a:gd name="connsiteX6" fmla="*/ 5809593 w 5861705"/>
              <a:gd name="connsiteY6" fmla="*/ 1196200 h 7876320"/>
              <a:gd name="connsiteX7" fmla="*/ 5812252 w 5861705"/>
              <a:gd name="connsiteY7" fmla="*/ 1197315 h 7876320"/>
              <a:gd name="connsiteX8" fmla="*/ 5817525 w 5861705"/>
              <a:gd name="connsiteY8" fmla="*/ 1242155 h 7876320"/>
              <a:gd name="connsiteX9" fmla="*/ 5811383 w 5861705"/>
              <a:gd name="connsiteY9" fmla="*/ 1364256 h 7876320"/>
              <a:gd name="connsiteX10" fmla="*/ 5811248 w 5861705"/>
              <a:gd name="connsiteY10" fmla="*/ 1436500 h 7876320"/>
              <a:gd name="connsiteX11" fmla="*/ 5816757 w 5861705"/>
              <a:gd name="connsiteY11" fmla="*/ 1462669 h 7876320"/>
              <a:gd name="connsiteX12" fmla="*/ 5818133 w 5861705"/>
              <a:gd name="connsiteY12" fmla="*/ 1637067 h 7876320"/>
              <a:gd name="connsiteX13" fmla="*/ 5811308 w 5861705"/>
              <a:gd name="connsiteY13" fmla="*/ 1696270 h 7876320"/>
              <a:gd name="connsiteX14" fmla="*/ 5795249 w 5861705"/>
              <a:gd name="connsiteY14" fmla="*/ 1818360 h 7876320"/>
              <a:gd name="connsiteX15" fmla="*/ 5796281 w 5861705"/>
              <a:gd name="connsiteY15" fmla="*/ 1911947 h 7876320"/>
              <a:gd name="connsiteX16" fmla="*/ 5790032 w 5861705"/>
              <a:gd name="connsiteY16" fmla="*/ 1925528 h 7876320"/>
              <a:gd name="connsiteX17" fmla="*/ 5771562 w 5861705"/>
              <a:gd name="connsiteY17" fmla="*/ 2014848 h 7876320"/>
              <a:gd name="connsiteX18" fmla="*/ 5767772 w 5861705"/>
              <a:gd name="connsiteY18" fmla="*/ 2045563 h 7876320"/>
              <a:gd name="connsiteX19" fmla="*/ 5767250 w 5861705"/>
              <a:gd name="connsiteY19" fmla="*/ 2054308 h 7876320"/>
              <a:gd name="connsiteX20" fmla="*/ 5769443 w 5861705"/>
              <a:gd name="connsiteY20" fmla="*/ 2060299 h 7876320"/>
              <a:gd name="connsiteX21" fmla="*/ 5756656 w 5861705"/>
              <a:gd name="connsiteY21" fmla="*/ 2237821 h 7876320"/>
              <a:gd name="connsiteX22" fmla="*/ 5759315 w 5861705"/>
              <a:gd name="connsiteY22" fmla="*/ 2238936 h 7876320"/>
              <a:gd name="connsiteX23" fmla="*/ 5764588 w 5861705"/>
              <a:gd name="connsiteY23" fmla="*/ 2283776 h 7876320"/>
              <a:gd name="connsiteX24" fmla="*/ 5758445 w 5861705"/>
              <a:gd name="connsiteY24" fmla="*/ 2405877 h 7876320"/>
              <a:gd name="connsiteX25" fmla="*/ 5758311 w 5861705"/>
              <a:gd name="connsiteY25" fmla="*/ 2478121 h 7876320"/>
              <a:gd name="connsiteX26" fmla="*/ 5769776 w 5861705"/>
              <a:gd name="connsiteY26" fmla="*/ 2504276 h 7876320"/>
              <a:gd name="connsiteX27" fmla="*/ 5452124 w 5861705"/>
              <a:gd name="connsiteY27" fmla="*/ 7583356 h 7876320"/>
              <a:gd name="connsiteX28" fmla="*/ 5458906 w 5861705"/>
              <a:gd name="connsiteY28" fmla="*/ 7628844 h 7876320"/>
              <a:gd name="connsiteX29" fmla="*/ 5457322 w 5861705"/>
              <a:gd name="connsiteY29" fmla="*/ 7712341 h 7876320"/>
              <a:gd name="connsiteX30" fmla="*/ 5443299 w 5861705"/>
              <a:gd name="connsiteY30" fmla="*/ 7838503 h 7876320"/>
              <a:gd name="connsiteX31" fmla="*/ 5447073 w 5861705"/>
              <a:gd name="connsiteY31" fmla="*/ 7862553 h 7876320"/>
              <a:gd name="connsiteX32" fmla="*/ 5438179 w 5861705"/>
              <a:gd name="connsiteY32" fmla="*/ 7876320 h 7876320"/>
              <a:gd name="connsiteX33" fmla="*/ 0 w 5861705"/>
              <a:gd name="connsiteY33" fmla="*/ 7558086 h 7876320"/>
              <a:gd name="connsiteX0" fmla="*/ 0 w 5861705"/>
              <a:gd name="connsiteY0" fmla="*/ 7558086 h 7869426"/>
              <a:gd name="connsiteX1" fmla="*/ 422635 w 5861705"/>
              <a:gd name="connsiteY1" fmla="*/ 0 h 7869426"/>
              <a:gd name="connsiteX2" fmla="*/ 4284892 w 5861705"/>
              <a:gd name="connsiteY2" fmla="*/ 212657 h 7869426"/>
              <a:gd name="connsiteX3" fmla="*/ 5823717 w 5861705"/>
              <a:gd name="connsiteY3" fmla="*/ 306262 h 7869426"/>
              <a:gd name="connsiteX4" fmla="*/ 5861705 w 5861705"/>
              <a:gd name="connsiteY4" fmla="*/ 317988 h 7869426"/>
              <a:gd name="connsiteX5" fmla="*/ 5856220 w 5861705"/>
              <a:gd name="connsiteY5" fmla="*/ 378751 h 7869426"/>
              <a:gd name="connsiteX6" fmla="*/ 5809593 w 5861705"/>
              <a:gd name="connsiteY6" fmla="*/ 1196200 h 7869426"/>
              <a:gd name="connsiteX7" fmla="*/ 5812252 w 5861705"/>
              <a:gd name="connsiteY7" fmla="*/ 1197315 h 7869426"/>
              <a:gd name="connsiteX8" fmla="*/ 5817525 w 5861705"/>
              <a:gd name="connsiteY8" fmla="*/ 1242155 h 7869426"/>
              <a:gd name="connsiteX9" fmla="*/ 5811383 w 5861705"/>
              <a:gd name="connsiteY9" fmla="*/ 1364256 h 7869426"/>
              <a:gd name="connsiteX10" fmla="*/ 5811248 w 5861705"/>
              <a:gd name="connsiteY10" fmla="*/ 1436500 h 7869426"/>
              <a:gd name="connsiteX11" fmla="*/ 5816757 w 5861705"/>
              <a:gd name="connsiteY11" fmla="*/ 1462669 h 7869426"/>
              <a:gd name="connsiteX12" fmla="*/ 5818133 w 5861705"/>
              <a:gd name="connsiteY12" fmla="*/ 1637067 h 7869426"/>
              <a:gd name="connsiteX13" fmla="*/ 5811308 w 5861705"/>
              <a:gd name="connsiteY13" fmla="*/ 1696270 h 7869426"/>
              <a:gd name="connsiteX14" fmla="*/ 5795249 w 5861705"/>
              <a:gd name="connsiteY14" fmla="*/ 1818360 h 7869426"/>
              <a:gd name="connsiteX15" fmla="*/ 5796281 w 5861705"/>
              <a:gd name="connsiteY15" fmla="*/ 1911947 h 7869426"/>
              <a:gd name="connsiteX16" fmla="*/ 5790032 w 5861705"/>
              <a:gd name="connsiteY16" fmla="*/ 1925528 h 7869426"/>
              <a:gd name="connsiteX17" fmla="*/ 5771562 w 5861705"/>
              <a:gd name="connsiteY17" fmla="*/ 2014848 h 7869426"/>
              <a:gd name="connsiteX18" fmla="*/ 5767772 w 5861705"/>
              <a:gd name="connsiteY18" fmla="*/ 2045563 h 7869426"/>
              <a:gd name="connsiteX19" fmla="*/ 5767250 w 5861705"/>
              <a:gd name="connsiteY19" fmla="*/ 2054308 h 7869426"/>
              <a:gd name="connsiteX20" fmla="*/ 5769443 w 5861705"/>
              <a:gd name="connsiteY20" fmla="*/ 2060299 h 7869426"/>
              <a:gd name="connsiteX21" fmla="*/ 5756656 w 5861705"/>
              <a:gd name="connsiteY21" fmla="*/ 2237821 h 7869426"/>
              <a:gd name="connsiteX22" fmla="*/ 5759315 w 5861705"/>
              <a:gd name="connsiteY22" fmla="*/ 2238936 h 7869426"/>
              <a:gd name="connsiteX23" fmla="*/ 5764588 w 5861705"/>
              <a:gd name="connsiteY23" fmla="*/ 2283776 h 7869426"/>
              <a:gd name="connsiteX24" fmla="*/ 5758445 w 5861705"/>
              <a:gd name="connsiteY24" fmla="*/ 2405877 h 7869426"/>
              <a:gd name="connsiteX25" fmla="*/ 5758311 w 5861705"/>
              <a:gd name="connsiteY25" fmla="*/ 2478121 h 7869426"/>
              <a:gd name="connsiteX26" fmla="*/ 5769776 w 5861705"/>
              <a:gd name="connsiteY26" fmla="*/ 2504276 h 7869426"/>
              <a:gd name="connsiteX27" fmla="*/ 5452124 w 5861705"/>
              <a:gd name="connsiteY27" fmla="*/ 7583356 h 7869426"/>
              <a:gd name="connsiteX28" fmla="*/ 5458906 w 5861705"/>
              <a:gd name="connsiteY28" fmla="*/ 7628844 h 7869426"/>
              <a:gd name="connsiteX29" fmla="*/ 5457322 w 5861705"/>
              <a:gd name="connsiteY29" fmla="*/ 7712341 h 7869426"/>
              <a:gd name="connsiteX30" fmla="*/ 5443299 w 5861705"/>
              <a:gd name="connsiteY30" fmla="*/ 7838503 h 7869426"/>
              <a:gd name="connsiteX31" fmla="*/ 5447073 w 5861705"/>
              <a:gd name="connsiteY31" fmla="*/ 7862553 h 7869426"/>
              <a:gd name="connsiteX32" fmla="*/ 5389875 w 5861705"/>
              <a:gd name="connsiteY32" fmla="*/ 7860344 h 7869426"/>
              <a:gd name="connsiteX33" fmla="*/ 0 w 5861705"/>
              <a:gd name="connsiteY33" fmla="*/ 7558086 h 7869426"/>
              <a:gd name="connsiteX0" fmla="*/ 0 w 5861705"/>
              <a:gd name="connsiteY0" fmla="*/ 7558086 h 7868158"/>
              <a:gd name="connsiteX1" fmla="*/ 422635 w 5861705"/>
              <a:gd name="connsiteY1" fmla="*/ 0 h 7868158"/>
              <a:gd name="connsiteX2" fmla="*/ 4284892 w 5861705"/>
              <a:gd name="connsiteY2" fmla="*/ 212657 h 7868158"/>
              <a:gd name="connsiteX3" fmla="*/ 5823717 w 5861705"/>
              <a:gd name="connsiteY3" fmla="*/ 306262 h 7868158"/>
              <a:gd name="connsiteX4" fmla="*/ 5861705 w 5861705"/>
              <a:gd name="connsiteY4" fmla="*/ 317988 h 7868158"/>
              <a:gd name="connsiteX5" fmla="*/ 5856220 w 5861705"/>
              <a:gd name="connsiteY5" fmla="*/ 378751 h 7868158"/>
              <a:gd name="connsiteX6" fmla="*/ 5809593 w 5861705"/>
              <a:gd name="connsiteY6" fmla="*/ 1196200 h 7868158"/>
              <a:gd name="connsiteX7" fmla="*/ 5812252 w 5861705"/>
              <a:gd name="connsiteY7" fmla="*/ 1197315 h 7868158"/>
              <a:gd name="connsiteX8" fmla="*/ 5817525 w 5861705"/>
              <a:gd name="connsiteY8" fmla="*/ 1242155 h 7868158"/>
              <a:gd name="connsiteX9" fmla="*/ 5811383 w 5861705"/>
              <a:gd name="connsiteY9" fmla="*/ 1364256 h 7868158"/>
              <a:gd name="connsiteX10" fmla="*/ 5811248 w 5861705"/>
              <a:gd name="connsiteY10" fmla="*/ 1436500 h 7868158"/>
              <a:gd name="connsiteX11" fmla="*/ 5816757 w 5861705"/>
              <a:gd name="connsiteY11" fmla="*/ 1462669 h 7868158"/>
              <a:gd name="connsiteX12" fmla="*/ 5818133 w 5861705"/>
              <a:gd name="connsiteY12" fmla="*/ 1637067 h 7868158"/>
              <a:gd name="connsiteX13" fmla="*/ 5811308 w 5861705"/>
              <a:gd name="connsiteY13" fmla="*/ 1696270 h 7868158"/>
              <a:gd name="connsiteX14" fmla="*/ 5795249 w 5861705"/>
              <a:gd name="connsiteY14" fmla="*/ 1818360 h 7868158"/>
              <a:gd name="connsiteX15" fmla="*/ 5796281 w 5861705"/>
              <a:gd name="connsiteY15" fmla="*/ 1911947 h 7868158"/>
              <a:gd name="connsiteX16" fmla="*/ 5790032 w 5861705"/>
              <a:gd name="connsiteY16" fmla="*/ 1925528 h 7868158"/>
              <a:gd name="connsiteX17" fmla="*/ 5771562 w 5861705"/>
              <a:gd name="connsiteY17" fmla="*/ 2014848 h 7868158"/>
              <a:gd name="connsiteX18" fmla="*/ 5767772 w 5861705"/>
              <a:gd name="connsiteY18" fmla="*/ 2045563 h 7868158"/>
              <a:gd name="connsiteX19" fmla="*/ 5767250 w 5861705"/>
              <a:gd name="connsiteY19" fmla="*/ 2054308 h 7868158"/>
              <a:gd name="connsiteX20" fmla="*/ 5769443 w 5861705"/>
              <a:gd name="connsiteY20" fmla="*/ 2060299 h 7868158"/>
              <a:gd name="connsiteX21" fmla="*/ 5756656 w 5861705"/>
              <a:gd name="connsiteY21" fmla="*/ 2237821 h 7868158"/>
              <a:gd name="connsiteX22" fmla="*/ 5759315 w 5861705"/>
              <a:gd name="connsiteY22" fmla="*/ 2238936 h 7868158"/>
              <a:gd name="connsiteX23" fmla="*/ 5764588 w 5861705"/>
              <a:gd name="connsiteY23" fmla="*/ 2283776 h 7868158"/>
              <a:gd name="connsiteX24" fmla="*/ 5758445 w 5861705"/>
              <a:gd name="connsiteY24" fmla="*/ 2405877 h 7868158"/>
              <a:gd name="connsiteX25" fmla="*/ 5758311 w 5861705"/>
              <a:gd name="connsiteY25" fmla="*/ 2478121 h 7868158"/>
              <a:gd name="connsiteX26" fmla="*/ 5769776 w 5861705"/>
              <a:gd name="connsiteY26" fmla="*/ 2504276 h 7868158"/>
              <a:gd name="connsiteX27" fmla="*/ 5452124 w 5861705"/>
              <a:gd name="connsiteY27" fmla="*/ 7583356 h 7868158"/>
              <a:gd name="connsiteX28" fmla="*/ 5458906 w 5861705"/>
              <a:gd name="connsiteY28" fmla="*/ 7628844 h 7868158"/>
              <a:gd name="connsiteX29" fmla="*/ 5457322 w 5861705"/>
              <a:gd name="connsiteY29" fmla="*/ 7712341 h 7868158"/>
              <a:gd name="connsiteX30" fmla="*/ 5443299 w 5861705"/>
              <a:gd name="connsiteY30" fmla="*/ 7838503 h 7868158"/>
              <a:gd name="connsiteX31" fmla="*/ 5447073 w 5861705"/>
              <a:gd name="connsiteY31" fmla="*/ 7862553 h 7868158"/>
              <a:gd name="connsiteX32" fmla="*/ 5357659 w 5861705"/>
              <a:gd name="connsiteY32" fmla="*/ 7844331 h 7868158"/>
              <a:gd name="connsiteX33" fmla="*/ 0 w 5861705"/>
              <a:gd name="connsiteY33" fmla="*/ 7558086 h 7868158"/>
              <a:gd name="connsiteX0" fmla="*/ 0 w 5861705"/>
              <a:gd name="connsiteY0" fmla="*/ 7558086 h 7844331"/>
              <a:gd name="connsiteX1" fmla="*/ 422635 w 5861705"/>
              <a:gd name="connsiteY1" fmla="*/ 0 h 7844331"/>
              <a:gd name="connsiteX2" fmla="*/ 4284892 w 5861705"/>
              <a:gd name="connsiteY2" fmla="*/ 212657 h 7844331"/>
              <a:gd name="connsiteX3" fmla="*/ 5823717 w 5861705"/>
              <a:gd name="connsiteY3" fmla="*/ 306262 h 7844331"/>
              <a:gd name="connsiteX4" fmla="*/ 5861705 w 5861705"/>
              <a:gd name="connsiteY4" fmla="*/ 317988 h 7844331"/>
              <a:gd name="connsiteX5" fmla="*/ 5856220 w 5861705"/>
              <a:gd name="connsiteY5" fmla="*/ 378751 h 7844331"/>
              <a:gd name="connsiteX6" fmla="*/ 5809593 w 5861705"/>
              <a:gd name="connsiteY6" fmla="*/ 1196200 h 7844331"/>
              <a:gd name="connsiteX7" fmla="*/ 5812252 w 5861705"/>
              <a:gd name="connsiteY7" fmla="*/ 1197315 h 7844331"/>
              <a:gd name="connsiteX8" fmla="*/ 5817525 w 5861705"/>
              <a:gd name="connsiteY8" fmla="*/ 1242155 h 7844331"/>
              <a:gd name="connsiteX9" fmla="*/ 5811383 w 5861705"/>
              <a:gd name="connsiteY9" fmla="*/ 1364256 h 7844331"/>
              <a:gd name="connsiteX10" fmla="*/ 5811248 w 5861705"/>
              <a:gd name="connsiteY10" fmla="*/ 1436500 h 7844331"/>
              <a:gd name="connsiteX11" fmla="*/ 5816757 w 5861705"/>
              <a:gd name="connsiteY11" fmla="*/ 1462669 h 7844331"/>
              <a:gd name="connsiteX12" fmla="*/ 5818133 w 5861705"/>
              <a:gd name="connsiteY12" fmla="*/ 1637067 h 7844331"/>
              <a:gd name="connsiteX13" fmla="*/ 5811308 w 5861705"/>
              <a:gd name="connsiteY13" fmla="*/ 1696270 h 7844331"/>
              <a:gd name="connsiteX14" fmla="*/ 5795249 w 5861705"/>
              <a:gd name="connsiteY14" fmla="*/ 1818360 h 7844331"/>
              <a:gd name="connsiteX15" fmla="*/ 5796281 w 5861705"/>
              <a:gd name="connsiteY15" fmla="*/ 1911947 h 7844331"/>
              <a:gd name="connsiteX16" fmla="*/ 5790032 w 5861705"/>
              <a:gd name="connsiteY16" fmla="*/ 1925528 h 7844331"/>
              <a:gd name="connsiteX17" fmla="*/ 5771562 w 5861705"/>
              <a:gd name="connsiteY17" fmla="*/ 2014848 h 7844331"/>
              <a:gd name="connsiteX18" fmla="*/ 5767772 w 5861705"/>
              <a:gd name="connsiteY18" fmla="*/ 2045563 h 7844331"/>
              <a:gd name="connsiteX19" fmla="*/ 5767250 w 5861705"/>
              <a:gd name="connsiteY19" fmla="*/ 2054308 h 7844331"/>
              <a:gd name="connsiteX20" fmla="*/ 5769443 w 5861705"/>
              <a:gd name="connsiteY20" fmla="*/ 2060299 h 7844331"/>
              <a:gd name="connsiteX21" fmla="*/ 5756656 w 5861705"/>
              <a:gd name="connsiteY21" fmla="*/ 2237821 h 7844331"/>
              <a:gd name="connsiteX22" fmla="*/ 5759315 w 5861705"/>
              <a:gd name="connsiteY22" fmla="*/ 2238936 h 7844331"/>
              <a:gd name="connsiteX23" fmla="*/ 5764588 w 5861705"/>
              <a:gd name="connsiteY23" fmla="*/ 2283776 h 7844331"/>
              <a:gd name="connsiteX24" fmla="*/ 5758445 w 5861705"/>
              <a:gd name="connsiteY24" fmla="*/ 2405877 h 7844331"/>
              <a:gd name="connsiteX25" fmla="*/ 5758311 w 5861705"/>
              <a:gd name="connsiteY25" fmla="*/ 2478121 h 7844331"/>
              <a:gd name="connsiteX26" fmla="*/ 5769776 w 5861705"/>
              <a:gd name="connsiteY26" fmla="*/ 2504276 h 7844331"/>
              <a:gd name="connsiteX27" fmla="*/ 5452124 w 5861705"/>
              <a:gd name="connsiteY27" fmla="*/ 7583356 h 7844331"/>
              <a:gd name="connsiteX28" fmla="*/ 5458906 w 5861705"/>
              <a:gd name="connsiteY28" fmla="*/ 7628844 h 7844331"/>
              <a:gd name="connsiteX29" fmla="*/ 5457322 w 5861705"/>
              <a:gd name="connsiteY29" fmla="*/ 7712341 h 7844331"/>
              <a:gd name="connsiteX30" fmla="*/ 5443299 w 5861705"/>
              <a:gd name="connsiteY30" fmla="*/ 7838503 h 7844331"/>
              <a:gd name="connsiteX31" fmla="*/ 5401664 w 5861705"/>
              <a:gd name="connsiteY31" fmla="*/ 7802303 h 7844331"/>
              <a:gd name="connsiteX32" fmla="*/ 5357659 w 5861705"/>
              <a:gd name="connsiteY32" fmla="*/ 7844331 h 7844331"/>
              <a:gd name="connsiteX33" fmla="*/ 0 w 5861705"/>
              <a:gd name="connsiteY33" fmla="*/ 7558086 h 7844331"/>
              <a:gd name="connsiteX0" fmla="*/ 0 w 5861705"/>
              <a:gd name="connsiteY0" fmla="*/ 7558086 h 7846277"/>
              <a:gd name="connsiteX1" fmla="*/ 422635 w 5861705"/>
              <a:gd name="connsiteY1" fmla="*/ 0 h 7846277"/>
              <a:gd name="connsiteX2" fmla="*/ 4284892 w 5861705"/>
              <a:gd name="connsiteY2" fmla="*/ 212657 h 7846277"/>
              <a:gd name="connsiteX3" fmla="*/ 5823717 w 5861705"/>
              <a:gd name="connsiteY3" fmla="*/ 306262 h 7846277"/>
              <a:gd name="connsiteX4" fmla="*/ 5861705 w 5861705"/>
              <a:gd name="connsiteY4" fmla="*/ 317988 h 7846277"/>
              <a:gd name="connsiteX5" fmla="*/ 5856220 w 5861705"/>
              <a:gd name="connsiteY5" fmla="*/ 378751 h 7846277"/>
              <a:gd name="connsiteX6" fmla="*/ 5809593 w 5861705"/>
              <a:gd name="connsiteY6" fmla="*/ 1196200 h 7846277"/>
              <a:gd name="connsiteX7" fmla="*/ 5812252 w 5861705"/>
              <a:gd name="connsiteY7" fmla="*/ 1197315 h 7846277"/>
              <a:gd name="connsiteX8" fmla="*/ 5817525 w 5861705"/>
              <a:gd name="connsiteY8" fmla="*/ 1242155 h 7846277"/>
              <a:gd name="connsiteX9" fmla="*/ 5811383 w 5861705"/>
              <a:gd name="connsiteY9" fmla="*/ 1364256 h 7846277"/>
              <a:gd name="connsiteX10" fmla="*/ 5811248 w 5861705"/>
              <a:gd name="connsiteY10" fmla="*/ 1436500 h 7846277"/>
              <a:gd name="connsiteX11" fmla="*/ 5816757 w 5861705"/>
              <a:gd name="connsiteY11" fmla="*/ 1462669 h 7846277"/>
              <a:gd name="connsiteX12" fmla="*/ 5818133 w 5861705"/>
              <a:gd name="connsiteY12" fmla="*/ 1637067 h 7846277"/>
              <a:gd name="connsiteX13" fmla="*/ 5811308 w 5861705"/>
              <a:gd name="connsiteY13" fmla="*/ 1696270 h 7846277"/>
              <a:gd name="connsiteX14" fmla="*/ 5795249 w 5861705"/>
              <a:gd name="connsiteY14" fmla="*/ 1818360 h 7846277"/>
              <a:gd name="connsiteX15" fmla="*/ 5796281 w 5861705"/>
              <a:gd name="connsiteY15" fmla="*/ 1911947 h 7846277"/>
              <a:gd name="connsiteX16" fmla="*/ 5790032 w 5861705"/>
              <a:gd name="connsiteY16" fmla="*/ 1925528 h 7846277"/>
              <a:gd name="connsiteX17" fmla="*/ 5771562 w 5861705"/>
              <a:gd name="connsiteY17" fmla="*/ 2014848 h 7846277"/>
              <a:gd name="connsiteX18" fmla="*/ 5767772 w 5861705"/>
              <a:gd name="connsiteY18" fmla="*/ 2045563 h 7846277"/>
              <a:gd name="connsiteX19" fmla="*/ 5767250 w 5861705"/>
              <a:gd name="connsiteY19" fmla="*/ 2054308 h 7846277"/>
              <a:gd name="connsiteX20" fmla="*/ 5769443 w 5861705"/>
              <a:gd name="connsiteY20" fmla="*/ 2060299 h 7846277"/>
              <a:gd name="connsiteX21" fmla="*/ 5756656 w 5861705"/>
              <a:gd name="connsiteY21" fmla="*/ 2237821 h 7846277"/>
              <a:gd name="connsiteX22" fmla="*/ 5759315 w 5861705"/>
              <a:gd name="connsiteY22" fmla="*/ 2238936 h 7846277"/>
              <a:gd name="connsiteX23" fmla="*/ 5764588 w 5861705"/>
              <a:gd name="connsiteY23" fmla="*/ 2283776 h 7846277"/>
              <a:gd name="connsiteX24" fmla="*/ 5758445 w 5861705"/>
              <a:gd name="connsiteY24" fmla="*/ 2405877 h 7846277"/>
              <a:gd name="connsiteX25" fmla="*/ 5758311 w 5861705"/>
              <a:gd name="connsiteY25" fmla="*/ 2478121 h 7846277"/>
              <a:gd name="connsiteX26" fmla="*/ 5769776 w 5861705"/>
              <a:gd name="connsiteY26" fmla="*/ 2504276 h 7846277"/>
              <a:gd name="connsiteX27" fmla="*/ 5452124 w 5861705"/>
              <a:gd name="connsiteY27" fmla="*/ 7583356 h 7846277"/>
              <a:gd name="connsiteX28" fmla="*/ 5458906 w 5861705"/>
              <a:gd name="connsiteY28" fmla="*/ 7628844 h 7846277"/>
              <a:gd name="connsiteX29" fmla="*/ 5457322 w 5861705"/>
              <a:gd name="connsiteY29" fmla="*/ 7712341 h 7846277"/>
              <a:gd name="connsiteX30" fmla="*/ 5443299 w 5861705"/>
              <a:gd name="connsiteY30" fmla="*/ 7838503 h 7846277"/>
              <a:gd name="connsiteX31" fmla="*/ 5404767 w 5861705"/>
              <a:gd name="connsiteY31" fmla="*/ 7838510 h 7846277"/>
              <a:gd name="connsiteX32" fmla="*/ 5357659 w 5861705"/>
              <a:gd name="connsiteY32" fmla="*/ 7844331 h 7846277"/>
              <a:gd name="connsiteX33" fmla="*/ 0 w 5861705"/>
              <a:gd name="connsiteY33" fmla="*/ 7558086 h 7846277"/>
              <a:gd name="connsiteX0" fmla="*/ 0 w 5861705"/>
              <a:gd name="connsiteY0" fmla="*/ 7558086 h 7899795"/>
              <a:gd name="connsiteX1" fmla="*/ 422635 w 5861705"/>
              <a:gd name="connsiteY1" fmla="*/ 0 h 7899795"/>
              <a:gd name="connsiteX2" fmla="*/ 4284892 w 5861705"/>
              <a:gd name="connsiteY2" fmla="*/ 212657 h 7899795"/>
              <a:gd name="connsiteX3" fmla="*/ 5823717 w 5861705"/>
              <a:gd name="connsiteY3" fmla="*/ 306262 h 7899795"/>
              <a:gd name="connsiteX4" fmla="*/ 5861705 w 5861705"/>
              <a:gd name="connsiteY4" fmla="*/ 317988 h 7899795"/>
              <a:gd name="connsiteX5" fmla="*/ 5856220 w 5861705"/>
              <a:gd name="connsiteY5" fmla="*/ 378751 h 7899795"/>
              <a:gd name="connsiteX6" fmla="*/ 5809593 w 5861705"/>
              <a:gd name="connsiteY6" fmla="*/ 1196200 h 7899795"/>
              <a:gd name="connsiteX7" fmla="*/ 5812252 w 5861705"/>
              <a:gd name="connsiteY7" fmla="*/ 1197315 h 7899795"/>
              <a:gd name="connsiteX8" fmla="*/ 5817525 w 5861705"/>
              <a:gd name="connsiteY8" fmla="*/ 1242155 h 7899795"/>
              <a:gd name="connsiteX9" fmla="*/ 5811383 w 5861705"/>
              <a:gd name="connsiteY9" fmla="*/ 1364256 h 7899795"/>
              <a:gd name="connsiteX10" fmla="*/ 5811248 w 5861705"/>
              <a:gd name="connsiteY10" fmla="*/ 1436500 h 7899795"/>
              <a:gd name="connsiteX11" fmla="*/ 5816757 w 5861705"/>
              <a:gd name="connsiteY11" fmla="*/ 1462669 h 7899795"/>
              <a:gd name="connsiteX12" fmla="*/ 5818133 w 5861705"/>
              <a:gd name="connsiteY12" fmla="*/ 1637067 h 7899795"/>
              <a:gd name="connsiteX13" fmla="*/ 5811308 w 5861705"/>
              <a:gd name="connsiteY13" fmla="*/ 1696270 h 7899795"/>
              <a:gd name="connsiteX14" fmla="*/ 5795249 w 5861705"/>
              <a:gd name="connsiteY14" fmla="*/ 1818360 h 7899795"/>
              <a:gd name="connsiteX15" fmla="*/ 5796281 w 5861705"/>
              <a:gd name="connsiteY15" fmla="*/ 1911947 h 7899795"/>
              <a:gd name="connsiteX16" fmla="*/ 5790032 w 5861705"/>
              <a:gd name="connsiteY16" fmla="*/ 1925528 h 7899795"/>
              <a:gd name="connsiteX17" fmla="*/ 5771562 w 5861705"/>
              <a:gd name="connsiteY17" fmla="*/ 2014848 h 7899795"/>
              <a:gd name="connsiteX18" fmla="*/ 5767772 w 5861705"/>
              <a:gd name="connsiteY18" fmla="*/ 2045563 h 7899795"/>
              <a:gd name="connsiteX19" fmla="*/ 5767250 w 5861705"/>
              <a:gd name="connsiteY19" fmla="*/ 2054308 h 7899795"/>
              <a:gd name="connsiteX20" fmla="*/ 5769443 w 5861705"/>
              <a:gd name="connsiteY20" fmla="*/ 2060299 h 7899795"/>
              <a:gd name="connsiteX21" fmla="*/ 5756656 w 5861705"/>
              <a:gd name="connsiteY21" fmla="*/ 2237821 h 7899795"/>
              <a:gd name="connsiteX22" fmla="*/ 5759315 w 5861705"/>
              <a:gd name="connsiteY22" fmla="*/ 2238936 h 7899795"/>
              <a:gd name="connsiteX23" fmla="*/ 5764588 w 5861705"/>
              <a:gd name="connsiteY23" fmla="*/ 2283776 h 7899795"/>
              <a:gd name="connsiteX24" fmla="*/ 5758445 w 5861705"/>
              <a:gd name="connsiteY24" fmla="*/ 2405877 h 7899795"/>
              <a:gd name="connsiteX25" fmla="*/ 5758311 w 5861705"/>
              <a:gd name="connsiteY25" fmla="*/ 2478121 h 7899795"/>
              <a:gd name="connsiteX26" fmla="*/ 5769776 w 5861705"/>
              <a:gd name="connsiteY26" fmla="*/ 2504276 h 7899795"/>
              <a:gd name="connsiteX27" fmla="*/ 5452124 w 5861705"/>
              <a:gd name="connsiteY27" fmla="*/ 7583356 h 7899795"/>
              <a:gd name="connsiteX28" fmla="*/ 5458906 w 5861705"/>
              <a:gd name="connsiteY28" fmla="*/ 7628844 h 7899795"/>
              <a:gd name="connsiteX29" fmla="*/ 5457322 w 5861705"/>
              <a:gd name="connsiteY29" fmla="*/ 7712341 h 7899795"/>
              <a:gd name="connsiteX30" fmla="*/ 5443299 w 5861705"/>
              <a:gd name="connsiteY30" fmla="*/ 7838503 h 7899795"/>
              <a:gd name="connsiteX31" fmla="*/ 5456205 w 5861705"/>
              <a:gd name="connsiteY31" fmla="*/ 7895727 h 7899795"/>
              <a:gd name="connsiteX32" fmla="*/ 5357659 w 5861705"/>
              <a:gd name="connsiteY32" fmla="*/ 7844331 h 7899795"/>
              <a:gd name="connsiteX33" fmla="*/ 0 w 5861705"/>
              <a:gd name="connsiteY33" fmla="*/ 7558086 h 7899795"/>
              <a:gd name="connsiteX0" fmla="*/ 0 w 5861705"/>
              <a:gd name="connsiteY0" fmla="*/ 7558086 h 7899814"/>
              <a:gd name="connsiteX1" fmla="*/ 422635 w 5861705"/>
              <a:gd name="connsiteY1" fmla="*/ 0 h 7899814"/>
              <a:gd name="connsiteX2" fmla="*/ 4284892 w 5861705"/>
              <a:gd name="connsiteY2" fmla="*/ 212657 h 7899814"/>
              <a:gd name="connsiteX3" fmla="*/ 5823717 w 5861705"/>
              <a:gd name="connsiteY3" fmla="*/ 306262 h 7899814"/>
              <a:gd name="connsiteX4" fmla="*/ 5861705 w 5861705"/>
              <a:gd name="connsiteY4" fmla="*/ 317988 h 7899814"/>
              <a:gd name="connsiteX5" fmla="*/ 5856220 w 5861705"/>
              <a:gd name="connsiteY5" fmla="*/ 378751 h 7899814"/>
              <a:gd name="connsiteX6" fmla="*/ 5809593 w 5861705"/>
              <a:gd name="connsiteY6" fmla="*/ 1196200 h 7899814"/>
              <a:gd name="connsiteX7" fmla="*/ 5812252 w 5861705"/>
              <a:gd name="connsiteY7" fmla="*/ 1197315 h 7899814"/>
              <a:gd name="connsiteX8" fmla="*/ 5817525 w 5861705"/>
              <a:gd name="connsiteY8" fmla="*/ 1242155 h 7899814"/>
              <a:gd name="connsiteX9" fmla="*/ 5811383 w 5861705"/>
              <a:gd name="connsiteY9" fmla="*/ 1364256 h 7899814"/>
              <a:gd name="connsiteX10" fmla="*/ 5811248 w 5861705"/>
              <a:gd name="connsiteY10" fmla="*/ 1436500 h 7899814"/>
              <a:gd name="connsiteX11" fmla="*/ 5816757 w 5861705"/>
              <a:gd name="connsiteY11" fmla="*/ 1462669 h 7899814"/>
              <a:gd name="connsiteX12" fmla="*/ 5818133 w 5861705"/>
              <a:gd name="connsiteY12" fmla="*/ 1637067 h 7899814"/>
              <a:gd name="connsiteX13" fmla="*/ 5811308 w 5861705"/>
              <a:gd name="connsiteY13" fmla="*/ 1696270 h 7899814"/>
              <a:gd name="connsiteX14" fmla="*/ 5795249 w 5861705"/>
              <a:gd name="connsiteY14" fmla="*/ 1818360 h 7899814"/>
              <a:gd name="connsiteX15" fmla="*/ 5796281 w 5861705"/>
              <a:gd name="connsiteY15" fmla="*/ 1911947 h 7899814"/>
              <a:gd name="connsiteX16" fmla="*/ 5790032 w 5861705"/>
              <a:gd name="connsiteY16" fmla="*/ 1925528 h 7899814"/>
              <a:gd name="connsiteX17" fmla="*/ 5771562 w 5861705"/>
              <a:gd name="connsiteY17" fmla="*/ 2014848 h 7899814"/>
              <a:gd name="connsiteX18" fmla="*/ 5767772 w 5861705"/>
              <a:gd name="connsiteY18" fmla="*/ 2045563 h 7899814"/>
              <a:gd name="connsiteX19" fmla="*/ 5767250 w 5861705"/>
              <a:gd name="connsiteY19" fmla="*/ 2054308 h 7899814"/>
              <a:gd name="connsiteX20" fmla="*/ 5769443 w 5861705"/>
              <a:gd name="connsiteY20" fmla="*/ 2060299 h 7899814"/>
              <a:gd name="connsiteX21" fmla="*/ 5756656 w 5861705"/>
              <a:gd name="connsiteY21" fmla="*/ 2237821 h 7899814"/>
              <a:gd name="connsiteX22" fmla="*/ 5759315 w 5861705"/>
              <a:gd name="connsiteY22" fmla="*/ 2238936 h 7899814"/>
              <a:gd name="connsiteX23" fmla="*/ 5764588 w 5861705"/>
              <a:gd name="connsiteY23" fmla="*/ 2283776 h 7899814"/>
              <a:gd name="connsiteX24" fmla="*/ 5758445 w 5861705"/>
              <a:gd name="connsiteY24" fmla="*/ 2405877 h 7899814"/>
              <a:gd name="connsiteX25" fmla="*/ 5758311 w 5861705"/>
              <a:gd name="connsiteY25" fmla="*/ 2478121 h 7899814"/>
              <a:gd name="connsiteX26" fmla="*/ 5769776 w 5861705"/>
              <a:gd name="connsiteY26" fmla="*/ 2504276 h 7899814"/>
              <a:gd name="connsiteX27" fmla="*/ 5452124 w 5861705"/>
              <a:gd name="connsiteY27" fmla="*/ 7583356 h 7899814"/>
              <a:gd name="connsiteX28" fmla="*/ 5458906 w 5861705"/>
              <a:gd name="connsiteY28" fmla="*/ 7628844 h 7899814"/>
              <a:gd name="connsiteX29" fmla="*/ 5457322 w 5861705"/>
              <a:gd name="connsiteY29" fmla="*/ 7712341 h 7899814"/>
              <a:gd name="connsiteX30" fmla="*/ 5443299 w 5861705"/>
              <a:gd name="connsiteY30" fmla="*/ 7838503 h 7899814"/>
              <a:gd name="connsiteX31" fmla="*/ 5456205 w 5861705"/>
              <a:gd name="connsiteY31" fmla="*/ 7895727 h 7899814"/>
              <a:gd name="connsiteX32" fmla="*/ 5357659 w 5861705"/>
              <a:gd name="connsiteY32" fmla="*/ 7844331 h 7899814"/>
              <a:gd name="connsiteX33" fmla="*/ 0 w 5861705"/>
              <a:gd name="connsiteY33" fmla="*/ 7558086 h 7899814"/>
              <a:gd name="connsiteX0" fmla="*/ 0 w 5861705"/>
              <a:gd name="connsiteY0" fmla="*/ 7558086 h 7846306"/>
              <a:gd name="connsiteX1" fmla="*/ 422635 w 5861705"/>
              <a:gd name="connsiteY1" fmla="*/ 0 h 7846306"/>
              <a:gd name="connsiteX2" fmla="*/ 4284892 w 5861705"/>
              <a:gd name="connsiteY2" fmla="*/ 212657 h 7846306"/>
              <a:gd name="connsiteX3" fmla="*/ 5823717 w 5861705"/>
              <a:gd name="connsiteY3" fmla="*/ 306262 h 7846306"/>
              <a:gd name="connsiteX4" fmla="*/ 5861705 w 5861705"/>
              <a:gd name="connsiteY4" fmla="*/ 317988 h 7846306"/>
              <a:gd name="connsiteX5" fmla="*/ 5856220 w 5861705"/>
              <a:gd name="connsiteY5" fmla="*/ 378751 h 7846306"/>
              <a:gd name="connsiteX6" fmla="*/ 5809593 w 5861705"/>
              <a:gd name="connsiteY6" fmla="*/ 1196200 h 7846306"/>
              <a:gd name="connsiteX7" fmla="*/ 5812252 w 5861705"/>
              <a:gd name="connsiteY7" fmla="*/ 1197315 h 7846306"/>
              <a:gd name="connsiteX8" fmla="*/ 5817525 w 5861705"/>
              <a:gd name="connsiteY8" fmla="*/ 1242155 h 7846306"/>
              <a:gd name="connsiteX9" fmla="*/ 5811383 w 5861705"/>
              <a:gd name="connsiteY9" fmla="*/ 1364256 h 7846306"/>
              <a:gd name="connsiteX10" fmla="*/ 5811248 w 5861705"/>
              <a:gd name="connsiteY10" fmla="*/ 1436500 h 7846306"/>
              <a:gd name="connsiteX11" fmla="*/ 5816757 w 5861705"/>
              <a:gd name="connsiteY11" fmla="*/ 1462669 h 7846306"/>
              <a:gd name="connsiteX12" fmla="*/ 5818133 w 5861705"/>
              <a:gd name="connsiteY12" fmla="*/ 1637067 h 7846306"/>
              <a:gd name="connsiteX13" fmla="*/ 5811308 w 5861705"/>
              <a:gd name="connsiteY13" fmla="*/ 1696270 h 7846306"/>
              <a:gd name="connsiteX14" fmla="*/ 5795249 w 5861705"/>
              <a:gd name="connsiteY14" fmla="*/ 1818360 h 7846306"/>
              <a:gd name="connsiteX15" fmla="*/ 5796281 w 5861705"/>
              <a:gd name="connsiteY15" fmla="*/ 1911947 h 7846306"/>
              <a:gd name="connsiteX16" fmla="*/ 5790032 w 5861705"/>
              <a:gd name="connsiteY16" fmla="*/ 1925528 h 7846306"/>
              <a:gd name="connsiteX17" fmla="*/ 5771562 w 5861705"/>
              <a:gd name="connsiteY17" fmla="*/ 2014848 h 7846306"/>
              <a:gd name="connsiteX18" fmla="*/ 5767772 w 5861705"/>
              <a:gd name="connsiteY18" fmla="*/ 2045563 h 7846306"/>
              <a:gd name="connsiteX19" fmla="*/ 5767250 w 5861705"/>
              <a:gd name="connsiteY19" fmla="*/ 2054308 h 7846306"/>
              <a:gd name="connsiteX20" fmla="*/ 5769443 w 5861705"/>
              <a:gd name="connsiteY20" fmla="*/ 2060299 h 7846306"/>
              <a:gd name="connsiteX21" fmla="*/ 5756656 w 5861705"/>
              <a:gd name="connsiteY21" fmla="*/ 2237821 h 7846306"/>
              <a:gd name="connsiteX22" fmla="*/ 5759315 w 5861705"/>
              <a:gd name="connsiteY22" fmla="*/ 2238936 h 7846306"/>
              <a:gd name="connsiteX23" fmla="*/ 5764588 w 5861705"/>
              <a:gd name="connsiteY23" fmla="*/ 2283776 h 7846306"/>
              <a:gd name="connsiteX24" fmla="*/ 5758445 w 5861705"/>
              <a:gd name="connsiteY24" fmla="*/ 2405877 h 7846306"/>
              <a:gd name="connsiteX25" fmla="*/ 5758311 w 5861705"/>
              <a:gd name="connsiteY25" fmla="*/ 2478121 h 7846306"/>
              <a:gd name="connsiteX26" fmla="*/ 5769776 w 5861705"/>
              <a:gd name="connsiteY26" fmla="*/ 2504276 h 7846306"/>
              <a:gd name="connsiteX27" fmla="*/ 5452124 w 5861705"/>
              <a:gd name="connsiteY27" fmla="*/ 7583356 h 7846306"/>
              <a:gd name="connsiteX28" fmla="*/ 5458906 w 5861705"/>
              <a:gd name="connsiteY28" fmla="*/ 7628844 h 7846306"/>
              <a:gd name="connsiteX29" fmla="*/ 5457322 w 5861705"/>
              <a:gd name="connsiteY29" fmla="*/ 7712341 h 7846306"/>
              <a:gd name="connsiteX30" fmla="*/ 5443299 w 5861705"/>
              <a:gd name="connsiteY30" fmla="*/ 7838503 h 7846306"/>
              <a:gd name="connsiteX31" fmla="*/ 5404768 w 5861705"/>
              <a:gd name="connsiteY31" fmla="*/ 7838511 h 7846306"/>
              <a:gd name="connsiteX32" fmla="*/ 5357659 w 5861705"/>
              <a:gd name="connsiteY32" fmla="*/ 7844331 h 7846306"/>
              <a:gd name="connsiteX33" fmla="*/ 0 w 5861705"/>
              <a:gd name="connsiteY33" fmla="*/ 7558086 h 7846306"/>
              <a:gd name="connsiteX0" fmla="*/ 0 w 5861705"/>
              <a:gd name="connsiteY0" fmla="*/ 7558086 h 7844331"/>
              <a:gd name="connsiteX1" fmla="*/ 422635 w 5861705"/>
              <a:gd name="connsiteY1" fmla="*/ 0 h 7844331"/>
              <a:gd name="connsiteX2" fmla="*/ 4284892 w 5861705"/>
              <a:gd name="connsiteY2" fmla="*/ 212657 h 7844331"/>
              <a:gd name="connsiteX3" fmla="*/ 5823717 w 5861705"/>
              <a:gd name="connsiteY3" fmla="*/ 306262 h 7844331"/>
              <a:gd name="connsiteX4" fmla="*/ 5861705 w 5861705"/>
              <a:gd name="connsiteY4" fmla="*/ 317988 h 7844331"/>
              <a:gd name="connsiteX5" fmla="*/ 5856220 w 5861705"/>
              <a:gd name="connsiteY5" fmla="*/ 378751 h 7844331"/>
              <a:gd name="connsiteX6" fmla="*/ 5809593 w 5861705"/>
              <a:gd name="connsiteY6" fmla="*/ 1196200 h 7844331"/>
              <a:gd name="connsiteX7" fmla="*/ 5812252 w 5861705"/>
              <a:gd name="connsiteY7" fmla="*/ 1197315 h 7844331"/>
              <a:gd name="connsiteX8" fmla="*/ 5817525 w 5861705"/>
              <a:gd name="connsiteY8" fmla="*/ 1242155 h 7844331"/>
              <a:gd name="connsiteX9" fmla="*/ 5811383 w 5861705"/>
              <a:gd name="connsiteY9" fmla="*/ 1364256 h 7844331"/>
              <a:gd name="connsiteX10" fmla="*/ 5811248 w 5861705"/>
              <a:gd name="connsiteY10" fmla="*/ 1436500 h 7844331"/>
              <a:gd name="connsiteX11" fmla="*/ 5816757 w 5861705"/>
              <a:gd name="connsiteY11" fmla="*/ 1462669 h 7844331"/>
              <a:gd name="connsiteX12" fmla="*/ 5818133 w 5861705"/>
              <a:gd name="connsiteY12" fmla="*/ 1637067 h 7844331"/>
              <a:gd name="connsiteX13" fmla="*/ 5811308 w 5861705"/>
              <a:gd name="connsiteY13" fmla="*/ 1696270 h 7844331"/>
              <a:gd name="connsiteX14" fmla="*/ 5795249 w 5861705"/>
              <a:gd name="connsiteY14" fmla="*/ 1818360 h 7844331"/>
              <a:gd name="connsiteX15" fmla="*/ 5796281 w 5861705"/>
              <a:gd name="connsiteY15" fmla="*/ 1911947 h 7844331"/>
              <a:gd name="connsiteX16" fmla="*/ 5790032 w 5861705"/>
              <a:gd name="connsiteY16" fmla="*/ 1925528 h 7844331"/>
              <a:gd name="connsiteX17" fmla="*/ 5771562 w 5861705"/>
              <a:gd name="connsiteY17" fmla="*/ 2014848 h 7844331"/>
              <a:gd name="connsiteX18" fmla="*/ 5767772 w 5861705"/>
              <a:gd name="connsiteY18" fmla="*/ 2045563 h 7844331"/>
              <a:gd name="connsiteX19" fmla="*/ 5767250 w 5861705"/>
              <a:gd name="connsiteY19" fmla="*/ 2054308 h 7844331"/>
              <a:gd name="connsiteX20" fmla="*/ 5769443 w 5861705"/>
              <a:gd name="connsiteY20" fmla="*/ 2060299 h 7844331"/>
              <a:gd name="connsiteX21" fmla="*/ 5756656 w 5861705"/>
              <a:gd name="connsiteY21" fmla="*/ 2237821 h 7844331"/>
              <a:gd name="connsiteX22" fmla="*/ 5759315 w 5861705"/>
              <a:gd name="connsiteY22" fmla="*/ 2238936 h 7844331"/>
              <a:gd name="connsiteX23" fmla="*/ 5764588 w 5861705"/>
              <a:gd name="connsiteY23" fmla="*/ 2283776 h 7844331"/>
              <a:gd name="connsiteX24" fmla="*/ 5758445 w 5861705"/>
              <a:gd name="connsiteY24" fmla="*/ 2405877 h 7844331"/>
              <a:gd name="connsiteX25" fmla="*/ 5758311 w 5861705"/>
              <a:gd name="connsiteY25" fmla="*/ 2478121 h 7844331"/>
              <a:gd name="connsiteX26" fmla="*/ 5769776 w 5861705"/>
              <a:gd name="connsiteY26" fmla="*/ 2504276 h 7844331"/>
              <a:gd name="connsiteX27" fmla="*/ 5452124 w 5861705"/>
              <a:gd name="connsiteY27" fmla="*/ 7583356 h 7844331"/>
              <a:gd name="connsiteX28" fmla="*/ 5458906 w 5861705"/>
              <a:gd name="connsiteY28" fmla="*/ 7628844 h 7844331"/>
              <a:gd name="connsiteX29" fmla="*/ 5457322 w 5861705"/>
              <a:gd name="connsiteY29" fmla="*/ 7712341 h 7844331"/>
              <a:gd name="connsiteX30" fmla="*/ 5443299 w 5861705"/>
              <a:gd name="connsiteY30" fmla="*/ 7838503 h 7844331"/>
              <a:gd name="connsiteX31" fmla="*/ 5404768 w 5861705"/>
              <a:gd name="connsiteY31" fmla="*/ 7838511 h 7844331"/>
              <a:gd name="connsiteX32" fmla="*/ 5357659 w 5861705"/>
              <a:gd name="connsiteY32" fmla="*/ 7844331 h 7844331"/>
              <a:gd name="connsiteX33" fmla="*/ 0 w 5861705"/>
              <a:gd name="connsiteY33" fmla="*/ 7558086 h 7844331"/>
              <a:gd name="connsiteX0" fmla="*/ 0 w 5861705"/>
              <a:gd name="connsiteY0" fmla="*/ 7558086 h 7847548"/>
              <a:gd name="connsiteX1" fmla="*/ 422635 w 5861705"/>
              <a:gd name="connsiteY1" fmla="*/ 0 h 7847548"/>
              <a:gd name="connsiteX2" fmla="*/ 4284892 w 5861705"/>
              <a:gd name="connsiteY2" fmla="*/ 212657 h 7847548"/>
              <a:gd name="connsiteX3" fmla="*/ 5823717 w 5861705"/>
              <a:gd name="connsiteY3" fmla="*/ 306262 h 7847548"/>
              <a:gd name="connsiteX4" fmla="*/ 5861705 w 5861705"/>
              <a:gd name="connsiteY4" fmla="*/ 317988 h 7847548"/>
              <a:gd name="connsiteX5" fmla="*/ 5856220 w 5861705"/>
              <a:gd name="connsiteY5" fmla="*/ 378751 h 7847548"/>
              <a:gd name="connsiteX6" fmla="*/ 5809593 w 5861705"/>
              <a:gd name="connsiteY6" fmla="*/ 1196200 h 7847548"/>
              <a:gd name="connsiteX7" fmla="*/ 5812252 w 5861705"/>
              <a:gd name="connsiteY7" fmla="*/ 1197315 h 7847548"/>
              <a:gd name="connsiteX8" fmla="*/ 5817525 w 5861705"/>
              <a:gd name="connsiteY8" fmla="*/ 1242155 h 7847548"/>
              <a:gd name="connsiteX9" fmla="*/ 5811383 w 5861705"/>
              <a:gd name="connsiteY9" fmla="*/ 1364256 h 7847548"/>
              <a:gd name="connsiteX10" fmla="*/ 5811248 w 5861705"/>
              <a:gd name="connsiteY10" fmla="*/ 1436500 h 7847548"/>
              <a:gd name="connsiteX11" fmla="*/ 5816757 w 5861705"/>
              <a:gd name="connsiteY11" fmla="*/ 1462669 h 7847548"/>
              <a:gd name="connsiteX12" fmla="*/ 5818133 w 5861705"/>
              <a:gd name="connsiteY12" fmla="*/ 1637067 h 7847548"/>
              <a:gd name="connsiteX13" fmla="*/ 5811308 w 5861705"/>
              <a:gd name="connsiteY13" fmla="*/ 1696270 h 7847548"/>
              <a:gd name="connsiteX14" fmla="*/ 5795249 w 5861705"/>
              <a:gd name="connsiteY14" fmla="*/ 1818360 h 7847548"/>
              <a:gd name="connsiteX15" fmla="*/ 5796281 w 5861705"/>
              <a:gd name="connsiteY15" fmla="*/ 1911947 h 7847548"/>
              <a:gd name="connsiteX16" fmla="*/ 5790032 w 5861705"/>
              <a:gd name="connsiteY16" fmla="*/ 1925528 h 7847548"/>
              <a:gd name="connsiteX17" fmla="*/ 5771562 w 5861705"/>
              <a:gd name="connsiteY17" fmla="*/ 2014848 h 7847548"/>
              <a:gd name="connsiteX18" fmla="*/ 5767772 w 5861705"/>
              <a:gd name="connsiteY18" fmla="*/ 2045563 h 7847548"/>
              <a:gd name="connsiteX19" fmla="*/ 5767250 w 5861705"/>
              <a:gd name="connsiteY19" fmla="*/ 2054308 h 7847548"/>
              <a:gd name="connsiteX20" fmla="*/ 5769443 w 5861705"/>
              <a:gd name="connsiteY20" fmla="*/ 2060299 h 7847548"/>
              <a:gd name="connsiteX21" fmla="*/ 5756656 w 5861705"/>
              <a:gd name="connsiteY21" fmla="*/ 2237821 h 7847548"/>
              <a:gd name="connsiteX22" fmla="*/ 5759315 w 5861705"/>
              <a:gd name="connsiteY22" fmla="*/ 2238936 h 7847548"/>
              <a:gd name="connsiteX23" fmla="*/ 5764588 w 5861705"/>
              <a:gd name="connsiteY23" fmla="*/ 2283776 h 7847548"/>
              <a:gd name="connsiteX24" fmla="*/ 5758445 w 5861705"/>
              <a:gd name="connsiteY24" fmla="*/ 2405877 h 7847548"/>
              <a:gd name="connsiteX25" fmla="*/ 5758311 w 5861705"/>
              <a:gd name="connsiteY25" fmla="*/ 2478121 h 7847548"/>
              <a:gd name="connsiteX26" fmla="*/ 5769776 w 5861705"/>
              <a:gd name="connsiteY26" fmla="*/ 2504276 h 7847548"/>
              <a:gd name="connsiteX27" fmla="*/ 5452124 w 5861705"/>
              <a:gd name="connsiteY27" fmla="*/ 7583356 h 7847548"/>
              <a:gd name="connsiteX28" fmla="*/ 5458906 w 5861705"/>
              <a:gd name="connsiteY28" fmla="*/ 7628844 h 7847548"/>
              <a:gd name="connsiteX29" fmla="*/ 5457322 w 5861705"/>
              <a:gd name="connsiteY29" fmla="*/ 7712341 h 7847548"/>
              <a:gd name="connsiteX30" fmla="*/ 5446339 w 5861705"/>
              <a:gd name="connsiteY30" fmla="*/ 7847548 h 7847548"/>
              <a:gd name="connsiteX31" fmla="*/ 5404768 w 5861705"/>
              <a:gd name="connsiteY31" fmla="*/ 7838511 h 7847548"/>
              <a:gd name="connsiteX32" fmla="*/ 5357659 w 5861705"/>
              <a:gd name="connsiteY32" fmla="*/ 7844331 h 7847548"/>
              <a:gd name="connsiteX33" fmla="*/ 0 w 5861705"/>
              <a:gd name="connsiteY33" fmla="*/ 7558086 h 7847548"/>
              <a:gd name="connsiteX0" fmla="*/ 0 w 5861705"/>
              <a:gd name="connsiteY0" fmla="*/ 7558086 h 7847548"/>
              <a:gd name="connsiteX1" fmla="*/ 422635 w 5861705"/>
              <a:gd name="connsiteY1" fmla="*/ 0 h 7847548"/>
              <a:gd name="connsiteX2" fmla="*/ 4284892 w 5861705"/>
              <a:gd name="connsiteY2" fmla="*/ 212657 h 7847548"/>
              <a:gd name="connsiteX3" fmla="*/ 5823717 w 5861705"/>
              <a:gd name="connsiteY3" fmla="*/ 306262 h 7847548"/>
              <a:gd name="connsiteX4" fmla="*/ 5861705 w 5861705"/>
              <a:gd name="connsiteY4" fmla="*/ 317988 h 7847548"/>
              <a:gd name="connsiteX5" fmla="*/ 5856220 w 5861705"/>
              <a:gd name="connsiteY5" fmla="*/ 378751 h 7847548"/>
              <a:gd name="connsiteX6" fmla="*/ 5809593 w 5861705"/>
              <a:gd name="connsiteY6" fmla="*/ 1196200 h 7847548"/>
              <a:gd name="connsiteX7" fmla="*/ 5812252 w 5861705"/>
              <a:gd name="connsiteY7" fmla="*/ 1197315 h 7847548"/>
              <a:gd name="connsiteX8" fmla="*/ 5817525 w 5861705"/>
              <a:gd name="connsiteY8" fmla="*/ 1242155 h 7847548"/>
              <a:gd name="connsiteX9" fmla="*/ 5811383 w 5861705"/>
              <a:gd name="connsiteY9" fmla="*/ 1364256 h 7847548"/>
              <a:gd name="connsiteX10" fmla="*/ 5811248 w 5861705"/>
              <a:gd name="connsiteY10" fmla="*/ 1436500 h 7847548"/>
              <a:gd name="connsiteX11" fmla="*/ 5816757 w 5861705"/>
              <a:gd name="connsiteY11" fmla="*/ 1462669 h 7847548"/>
              <a:gd name="connsiteX12" fmla="*/ 5818133 w 5861705"/>
              <a:gd name="connsiteY12" fmla="*/ 1637067 h 7847548"/>
              <a:gd name="connsiteX13" fmla="*/ 5811308 w 5861705"/>
              <a:gd name="connsiteY13" fmla="*/ 1696270 h 7847548"/>
              <a:gd name="connsiteX14" fmla="*/ 5795249 w 5861705"/>
              <a:gd name="connsiteY14" fmla="*/ 1818360 h 7847548"/>
              <a:gd name="connsiteX15" fmla="*/ 5796281 w 5861705"/>
              <a:gd name="connsiteY15" fmla="*/ 1911947 h 7847548"/>
              <a:gd name="connsiteX16" fmla="*/ 5790032 w 5861705"/>
              <a:gd name="connsiteY16" fmla="*/ 1925528 h 7847548"/>
              <a:gd name="connsiteX17" fmla="*/ 5771562 w 5861705"/>
              <a:gd name="connsiteY17" fmla="*/ 2014848 h 7847548"/>
              <a:gd name="connsiteX18" fmla="*/ 5767772 w 5861705"/>
              <a:gd name="connsiteY18" fmla="*/ 2045563 h 7847548"/>
              <a:gd name="connsiteX19" fmla="*/ 5767250 w 5861705"/>
              <a:gd name="connsiteY19" fmla="*/ 2054308 h 7847548"/>
              <a:gd name="connsiteX20" fmla="*/ 5769443 w 5861705"/>
              <a:gd name="connsiteY20" fmla="*/ 2060299 h 7847548"/>
              <a:gd name="connsiteX21" fmla="*/ 5756656 w 5861705"/>
              <a:gd name="connsiteY21" fmla="*/ 2237821 h 7847548"/>
              <a:gd name="connsiteX22" fmla="*/ 5759315 w 5861705"/>
              <a:gd name="connsiteY22" fmla="*/ 2238936 h 7847548"/>
              <a:gd name="connsiteX23" fmla="*/ 5764588 w 5861705"/>
              <a:gd name="connsiteY23" fmla="*/ 2283776 h 7847548"/>
              <a:gd name="connsiteX24" fmla="*/ 5758445 w 5861705"/>
              <a:gd name="connsiteY24" fmla="*/ 2405877 h 7847548"/>
              <a:gd name="connsiteX25" fmla="*/ 5758311 w 5861705"/>
              <a:gd name="connsiteY25" fmla="*/ 2478121 h 7847548"/>
              <a:gd name="connsiteX26" fmla="*/ 5769776 w 5861705"/>
              <a:gd name="connsiteY26" fmla="*/ 2504276 h 7847548"/>
              <a:gd name="connsiteX27" fmla="*/ 5464166 w 5861705"/>
              <a:gd name="connsiteY27" fmla="*/ 7571255 h 7847548"/>
              <a:gd name="connsiteX28" fmla="*/ 5458906 w 5861705"/>
              <a:gd name="connsiteY28" fmla="*/ 7628844 h 7847548"/>
              <a:gd name="connsiteX29" fmla="*/ 5457322 w 5861705"/>
              <a:gd name="connsiteY29" fmla="*/ 7712341 h 7847548"/>
              <a:gd name="connsiteX30" fmla="*/ 5446339 w 5861705"/>
              <a:gd name="connsiteY30" fmla="*/ 7847548 h 7847548"/>
              <a:gd name="connsiteX31" fmla="*/ 5404768 w 5861705"/>
              <a:gd name="connsiteY31" fmla="*/ 7838511 h 7847548"/>
              <a:gd name="connsiteX32" fmla="*/ 5357659 w 5861705"/>
              <a:gd name="connsiteY32" fmla="*/ 7844331 h 7847548"/>
              <a:gd name="connsiteX33" fmla="*/ 0 w 5861705"/>
              <a:gd name="connsiteY33" fmla="*/ 7558086 h 784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5861705" h="7847548">
                <a:moveTo>
                  <a:pt x="0" y="7558086"/>
                </a:moveTo>
                <a:lnTo>
                  <a:pt x="422635" y="0"/>
                </a:lnTo>
                <a:cubicBezTo>
                  <a:pt x="838381" y="38687"/>
                  <a:pt x="3467477" y="165782"/>
                  <a:pt x="4284892" y="212657"/>
                </a:cubicBezTo>
                <a:lnTo>
                  <a:pt x="5823717" y="306262"/>
                </a:lnTo>
                <a:lnTo>
                  <a:pt x="5861705" y="317988"/>
                </a:lnTo>
                <a:cubicBezTo>
                  <a:pt x="5860949" y="331104"/>
                  <a:pt x="5856976" y="365634"/>
                  <a:pt x="5856220" y="378751"/>
                </a:cubicBezTo>
                <a:lnTo>
                  <a:pt x="5809593" y="1196200"/>
                </a:lnTo>
                <a:lnTo>
                  <a:pt x="5812252" y="1197315"/>
                </a:lnTo>
                <a:cubicBezTo>
                  <a:pt x="5814097" y="1205194"/>
                  <a:pt x="5817670" y="1214331"/>
                  <a:pt x="5817525" y="1242155"/>
                </a:cubicBezTo>
                <a:cubicBezTo>
                  <a:pt x="5803650" y="1275988"/>
                  <a:pt x="5829838" y="1322274"/>
                  <a:pt x="5811383" y="1364256"/>
                </a:cubicBezTo>
                <a:cubicBezTo>
                  <a:pt x="5806611" y="1379695"/>
                  <a:pt x="5804189" y="1427474"/>
                  <a:pt x="5811248" y="1436500"/>
                </a:cubicBezTo>
                <a:cubicBezTo>
                  <a:pt x="5812292" y="1446460"/>
                  <a:pt x="5808890" y="1458085"/>
                  <a:pt x="5816757" y="1462669"/>
                </a:cubicBezTo>
                <a:cubicBezTo>
                  <a:pt x="5817904" y="1496096"/>
                  <a:pt x="5819041" y="1598134"/>
                  <a:pt x="5818133" y="1637067"/>
                </a:cubicBezTo>
                <a:cubicBezTo>
                  <a:pt x="5817758" y="1650959"/>
                  <a:pt x="5811683" y="1682378"/>
                  <a:pt x="5811308" y="1696270"/>
                </a:cubicBezTo>
                <a:cubicBezTo>
                  <a:pt x="5805239" y="1761897"/>
                  <a:pt x="5801501" y="1777871"/>
                  <a:pt x="5795249" y="1818360"/>
                </a:cubicBezTo>
                <a:cubicBezTo>
                  <a:pt x="5795594" y="1849556"/>
                  <a:pt x="5795937" y="1880752"/>
                  <a:pt x="5796281" y="1911947"/>
                </a:cubicBezTo>
                <a:lnTo>
                  <a:pt x="5790032" y="1925528"/>
                </a:lnTo>
                <a:cubicBezTo>
                  <a:pt x="5782235" y="1956870"/>
                  <a:pt x="5786265" y="1995387"/>
                  <a:pt x="5771562" y="2014848"/>
                </a:cubicBezTo>
                <a:lnTo>
                  <a:pt x="5767772" y="2045563"/>
                </a:lnTo>
                <a:lnTo>
                  <a:pt x="5767250" y="2054308"/>
                </a:lnTo>
                <a:lnTo>
                  <a:pt x="5769443" y="2060299"/>
                </a:lnTo>
                <a:cubicBezTo>
                  <a:pt x="5767678" y="2090884"/>
                  <a:pt x="5758344" y="2208048"/>
                  <a:pt x="5756656" y="2237821"/>
                </a:cubicBezTo>
                <a:lnTo>
                  <a:pt x="5759315" y="2238936"/>
                </a:lnTo>
                <a:cubicBezTo>
                  <a:pt x="5761160" y="2246816"/>
                  <a:pt x="5764733" y="2255952"/>
                  <a:pt x="5764588" y="2283776"/>
                </a:cubicBezTo>
                <a:cubicBezTo>
                  <a:pt x="5750713" y="2317609"/>
                  <a:pt x="5776901" y="2363895"/>
                  <a:pt x="5758445" y="2405877"/>
                </a:cubicBezTo>
                <a:cubicBezTo>
                  <a:pt x="5753674" y="2421317"/>
                  <a:pt x="5751252" y="2469095"/>
                  <a:pt x="5758311" y="2478121"/>
                </a:cubicBezTo>
                <a:cubicBezTo>
                  <a:pt x="5759354" y="2488081"/>
                  <a:pt x="5761910" y="2499692"/>
                  <a:pt x="5769776" y="2504276"/>
                </a:cubicBezTo>
                <a:cubicBezTo>
                  <a:pt x="5718745" y="3355149"/>
                  <a:pt x="5519949" y="6717151"/>
                  <a:pt x="5464166" y="7571255"/>
                </a:cubicBezTo>
                <a:lnTo>
                  <a:pt x="5458906" y="7628844"/>
                </a:lnTo>
                <a:cubicBezTo>
                  <a:pt x="5466316" y="7638649"/>
                  <a:pt x="5459416" y="7675890"/>
                  <a:pt x="5457322" y="7712341"/>
                </a:cubicBezTo>
                <a:cubicBezTo>
                  <a:pt x="5455228" y="7748792"/>
                  <a:pt x="5450686" y="7819165"/>
                  <a:pt x="5446339" y="7847548"/>
                </a:cubicBezTo>
                <a:lnTo>
                  <a:pt x="5404768" y="7838511"/>
                </a:lnTo>
                <a:cubicBezTo>
                  <a:pt x="5379109" y="7846256"/>
                  <a:pt x="5363119" y="7815081"/>
                  <a:pt x="5357659" y="7844331"/>
                </a:cubicBezTo>
                <a:lnTo>
                  <a:pt x="0" y="7558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D86556-049E-C037-4251-72C81A6DE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21480000">
            <a:off x="1114851" y="941505"/>
            <a:ext cx="6062297" cy="48346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D5E726-8476-BABA-4A22-DD01096A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40403"/>
            <a:ext cx="5425440" cy="3626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Adapt from Java Program to WebApp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195E4CC-9DB3-4867-A2AE-A5B61BC9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315580" y="5050170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B50B059-6E3B-4246-81E0-C16514265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093C8AB-DE45-4336-BDB2-27171AB97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53AEA2C-CA8D-426D-B4CE-4F26063B86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7630A59-DB9C-4E4D-A966-DC4ED94E14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E30586E-071E-48B9-867C-96D6994BA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87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730DB67-F996-4CA9-811B-BE18C4E62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7CA4B-CC26-0158-21FC-C3DA3FA1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879" y="1122362"/>
            <a:ext cx="3545957" cy="374420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Process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82D908-135A-F4E9-75AD-EB09F53C2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792" y="685800"/>
            <a:ext cx="5541819" cy="54864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CD6A689-6536-4687-8E6E-2170B015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353C031-609E-4EC9-AA52-DEC782ABD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689D8D2-3B4E-4E57-B948-6A2F05FF6C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4ED08AA-2F81-4003-ABB4-A3B548E75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F228AF-8A75-4FCB-B87D-179CD1606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0791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43B3B-1204-6E78-7F6E-38E0D1FF3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r>
              <a:rPr lang="en-US" dirty="0"/>
              <a:t>Future Work</a:t>
            </a:r>
            <a:endParaRPr lang="en-00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DD1537-4B93-8E3C-48E4-D8110E587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086090"/>
              </p:ext>
            </p:extLst>
          </p:nvPr>
        </p:nvGraphicFramePr>
        <p:xfrm>
          <a:off x="1063925" y="2317750"/>
          <a:ext cx="10075651" cy="385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ECB92D8-C719-687B-85B7-F9EEB40972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4804" y="4260850"/>
            <a:ext cx="2802391" cy="9790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23DC98-5A47-6342-1BA9-C95FAAFB81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291" y="3829934"/>
            <a:ext cx="2519669" cy="192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83584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AnalogousFromRegularSeed_2SEEDS">
      <a:dk1>
        <a:srgbClr val="000000"/>
      </a:dk1>
      <a:lt1>
        <a:srgbClr val="FFFFFF"/>
      </a:lt1>
      <a:dk2>
        <a:srgbClr val="242C41"/>
      </a:dk2>
      <a:lt2>
        <a:srgbClr val="E2E6E8"/>
      </a:lt2>
      <a:accent1>
        <a:srgbClr val="B1653B"/>
      </a:accent1>
      <a:accent2>
        <a:srgbClr val="C34D54"/>
      </a:accent2>
      <a:accent3>
        <a:srgbClr val="BBA149"/>
      </a:accent3>
      <a:accent4>
        <a:srgbClr val="3BB1A3"/>
      </a:accent4>
      <a:accent5>
        <a:srgbClr val="4DA1C3"/>
      </a:accent5>
      <a:accent6>
        <a:srgbClr val="3B5DB1"/>
      </a:accent6>
      <a:hlink>
        <a:srgbClr val="3C8AB5"/>
      </a:hlink>
      <a:folHlink>
        <a:srgbClr val="7F7F7F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34</Words>
  <Application>Microsoft Office PowerPoint</Application>
  <PresentationFormat>Widescreen</PresentationFormat>
  <Paragraphs>15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Consolas</vt:lpstr>
      <vt:lpstr>Franklin Gothic Heavy</vt:lpstr>
      <vt:lpstr>StreetscapeVTI</vt:lpstr>
      <vt:lpstr>Interlinear Text in Web Pages</vt:lpstr>
      <vt:lpstr>Background</vt:lpstr>
      <vt:lpstr>Adapt from Java Program to WebApp</vt:lpstr>
      <vt:lpstr>Process Workflow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Interlinear Text in Web Pages</dc:title>
  <dc:creator>Deepankur Njondimackal</dc:creator>
  <cp:lastModifiedBy>Deepankur Njondimackal</cp:lastModifiedBy>
  <cp:revision>1</cp:revision>
  <dcterms:created xsi:type="dcterms:W3CDTF">2024-03-26T11:35:15Z</dcterms:created>
  <dcterms:modified xsi:type="dcterms:W3CDTF">2024-03-26T14:03:56Z</dcterms:modified>
</cp:coreProperties>
</file>